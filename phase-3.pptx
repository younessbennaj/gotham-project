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F65430-26F0-42EB-9F91-03D9F7EF44FB}">
          <p14:sldIdLst>
            <p14:sldId id="256"/>
            <p14:sldId id="257"/>
            <p14:sldId id="258"/>
          </p14:sldIdLst>
        </p14:section>
        <p14:section name="Mesure l'impact du changement" id="{FB41F2C9-BE8D-4971-9C47-717549A956A2}">
          <p14:sldIdLst>
            <p14:sldId id="259"/>
            <p14:sldId id="260"/>
            <p14:sldId id="261"/>
          </p14:sldIdLst>
        </p14:section>
        <p14:section name="Gérer et atténuer les résistances" id="{23669F60-A3DC-439B-AC4A-267709D7A5A0}">
          <p14:sldIdLst>
            <p14:sldId id="262"/>
            <p14:sldId id="263"/>
            <p14:sldId id="264"/>
          </p14:sldIdLst>
        </p14:section>
        <p14:section name="Célébrer les réussites" id="{527ADE32-ACF1-4CC1-B4B7-A8C21A385680}">
          <p14:sldIdLst>
            <p14:sldId id="265"/>
            <p14:sldId id="266"/>
          </p14:sldIdLst>
        </p14:section>
        <p14:section name="Conclusion" id="{0EC5D70B-C906-4C32-A08E-AA3D97EC183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AFC30-7921-4574-B7E8-7295B5443D1B}" v="15" dt="2021-01-29T15:19:23.915"/>
    <p1510:client id="{42434A46-78A0-43E6-919B-DF5E7A828193}" v="29" dt="2021-01-29T14:51:22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>
        <p:scale>
          <a:sx n="110" d="100"/>
          <a:sy n="110" d="100"/>
        </p:scale>
        <p:origin x="4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E0EF29-5EFB-4AE2-85C3-4CAE98761F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190406E-ECE0-4355-A4F7-15D246FD42AD}">
      <dgm:prSet/>
      <dgm:spPr/>
      <dgm:t>
        <a:bodyPr/>
        <a:lstStyle/>
        <a:p>
          <a:r>
            <a:rPr lang="fr-FR"/>
            <a:t>Introduction</a:t>
          </a:r>
        </a:p>
      </dgm:t>
    </dgm:pt>
    <dgm:pt modelId="{D9C8EC16-5A7D-4EA3-91D4-8170A7BDFDBE}" type="parTrans" cxnId="{E60AEE46-13F5-40C5-905D-591C483EB495}">
      <dgm:prSet/>
      <dgm:spPr/>
      <dgm:t>
        <a:bodyPr/>
        <a:lstStyle/>
        <a:p>
          <a:endParaRPr lang="fr-FR"/>
        </a:p>
      </dgm:t>
    </dgm:pt>
    <dgm:pt modelId="{887B7BE1-0764-429B-9DCB-48980E976E66}" type="sibTrans" cxnId="{E60AEE46-13F5-40C5-905D-591C483EB495}">
      <dgm:prSet/>
      <dgm:spPr/>
      <dgm:t>
        <a:bodyPr/>
        <a:lstStyle/>
        <a:p>
          <a:endParaRPr lang="fr-FR"/>
        </a:p>
      </dgm:t>
    </dgm:pt>
    <dgm:pt modelId="{01188187-833F-471B-AC0B-C3815252D428}">
      <dgm:prSet/>
      <dgm:spPr/>
      <dgm:t>
        <a:bodyPr/>
        <a:lstStyle/>
        <a:p>
          <a:r>
            <a:rPr lang="fr-FR" dirty="0"/>
            <a:t>Mesurer l’impact du changement</a:t>
          </a:r>
        </a:p>
      </dgm:t>
    </dgm:pt>
    <dgm:pt modelId="{9CA26AA6-41F9-4FB1-96A8-2478E154142B}" type="parTrans" cxnId="{82BA3CE9-FEE4-44F0-AC9D-DB47EC528BC5}">
      <dgm:prSet/>
      <dgm:spPr/>
      <dgm:t>
        <a:bodyPr/>
        <a:lstStyle/>
        <a:p>
          <a:endParaRPr lang="fr-FR"/>
        </a:p>
      </dgm:t>
    </dgm:pt>
    <dgm:pt modelId="{766F3DA3-9D10-4BA1-BD0D-ECFDEF3B00B6}" type="sibTrans" cxnId="{82BA3CE9-FEE4-44F0-AC9D-DB47EC528BC5}">
      <dgm:prSet/>
      <dgm:spPr/>
      <dgm:t>
        <a:bodyPr/>
        <a:lstStyle/>
        <a:p>
          <a:endParaRPr lang="fr-FR"/>
        </a:p>
      </dgm:t>
    </dgm:pt>
    <dgm:pt modelId="{D99350AC-F382-4C36-B366-EC65FC9ECEDD}">
      <dgm:prSet/>
      <dgm:spPr/>
      <dgm:t>
        <a:bodyPr/>
        <a:lstStyle/>
        <a:p>
          <a:r>
            <a:rPr lang="fr-FR" dirty="0"/>
            <a:t>Gérer et atténuer les résistances</a:t>
          </a:r>
        </a:p>
      </dgm:t>
    </dgm:pt>
    <dgm:pt modelId="{E144F80A-1816-4CF1-9A88-CF25E8BC70E4}" type="parTrans" cxnId="{9669FA0F-8266-4908-B190-CBFBC4C478D0}">
      <dgm:prSet/>
      <dgm:spPr/>
      <dgm:t>
        <a:bodyPr/>
        <a:lstStyle/>
        <a:p>
          <a:endParaRPr lang="fr-FR"/>
        </a:p>
      </dgm:t>
    </dgm:pt>
    <dgm:pt modelId="{A0D051B7-3DAB-45DA-8694-40A131D433DA}" type="sibTrans" cxnId="{9669FA0F-8266-4908-B190-CBFBC4C478D0}">
      <dgm:prSet/>
      <dgm:spPr/>
      <dgm:t>
        <a:bodyPr/>
        <a:lstStyle/>
        <a:p>
          <a:endParaRPr lang="fr-FR"/>
        </a:p>
      </dgm:t>
    </dgm:pt>
    <dgm:pt modelId="{042EECE5-6A8A-4EEC-9F7E-A17EB37E6DDF}">
      <dgm:prSet/>
      <dgm:spPr/>
      <dgm:t>
        <a:bodyPr/>
        <a:lstStyle/>
        <a:p>
          <a:r>
            <a:rPr lang="fr-FR" dirty="0"/>
            <a:t>Célébrer les réussites</a:t>
          </a:r>
        </a:p>
      </dgm:t>
    </dgm:pt>
    <dgm:pt modelId="{8C8DCF2C-17AD-456C-BD76-095A002E9711}" type="parTrans" cxnId="{FB2E44F7-8B88-49CF-9250-194A1E8D378C}">
      <dgm:prSet/>
      <dgm:spPr/>
      <dgm:t>
        <a:bodyPr/>
        <a:lstStyle/>
        <a:p>
          <a:endParaRPr lang="fr-FR"/>
        </a:p>
      </dgm:t>
    </dgm:pt>
    <dgm:pt modelId="{100EF927-5AF6-4515-8A2E-04451A0C1C52}" type="sibTrans" cxnId="{FB2E44F7-8B88-49CF-9250-194A1E8D378C}">
      <dgm:prSet/>
      <dgm:spPr/>
      <dgm:t>
        <a:bodyPr/>
        <a:lstStyle/>
        <a:p>
          <a:endParaRPr lang="fr-FR"/>
        </a:p>
      </dgm:t>
    </dgm:pt>
    <dgm:pt modelId="{7465A78C-C424-44A7-9931-A9915AEA7807}">
      <dgm:prSet/>
      <dgm:spPr/>
      <dgm:t>
        <a:bodyPr/>
        <a:lstStyle/>
        <a:p>
          <a:r>
            <a:rPr lang="fr-FR"/>
            <a:t>Conclusion</a:t>
          </a:r>
        </a:p>
      </dgm:t>
    </dgm:pt>
    <dgm:pt modelId="{ACD9F0E4-1CD9-41DD-86D8-B51EBB4B2281}" type="parTrans" cxnId="{C923ECB0-8099-49E3-8A26-A45DB8D75ADD}">
      <dgm:prSet/>
      <dgm:spPr/>
      <dgm:t>
        <a:bodyPr/>
        <a:lstStyle/>
        <a:p>
          <a:endParaRPr lang="fr-FR"/>
        </a:p>
      </dgm:t>
    </dgm:pt>
    <dgm:pt modelId="{A641F398-715F-43C1-962B-A6B791BF5810}" type="sibTrans" cxnId="{C923ECB0-8099-49E3-8A26-A45DB8D75ADD}">
      <dgm:prSet/>
      <dgm:spPr/>
      <dgm:t>
        <a:bodyPr/>
        <a:lstStyle/>
        <a:p>
          <a:endParaRPr lang="fr-FR"/>
        </a:p>
      </dgm:t>
    </dgm:pt>
    <dgm:pt modelId="{3F8177DC-2CFA-4D2C-A58E-2448277AC95D}" type="pres">
      <dgm:prSet presAssocID="{FEE0EF29-5EFB-4AE2-85C3-4CAE98761F63}" presName="vert0" presStyleCnt="0">
        <dgm:presLayoutVars>
          <dgm:dir/>
          <dgm:animOne val="branch"/>
          <dgm:animLvl val="lvl"/>
        </dgm:presLayoutVars>
      </dgm:prSet>
      <dgm:spPr/>
    </dgm:pt>
    <dgm:pt modelId="{DB0C7558-3CCD-4826-A42D-03315D409A34}" type="pres">
      <dgm:prSet presAssocID="{A190406E-ECE0-4355-A4F7-15D246FD42AD}" presName="thickLine" presStyleLbl="alignNode1" presStyleIdx="0" presStyleCnt="5"/>
      <dgm:spPr/>
    </dgm:pt>
    <dgm:pt modelId="{0DDC2820-75A2-4DB8-9092-ED5DB1780CCE}" type="pres">
      <dgm:prSet presAssocID="{A190406E-ECE0-4355-A4F7-15D246FD42AD}" presName="horz1" presStyleCnt="0"/>
      <dgm:spPr/>
    </dgm:pt>
    <dgm:pt modelId="{6405DAFE-76C9-4BCD-A8BA-87AAC1DB00DF}" type="pres">
      <dgm:prSet presAssocID="{A190406E-ECE0-4355-A4F7-15D246FD42AD}" presName="tx1" presStyleLbl="revTx" presStyleIdx="0" presStyleCnt="5"/>
      <dgm:spPr/>
    </dgm:pt>
    <dgm:pt modelId="{D1B310E5-9118-405D-A89D-87A171D7A5D5}" type="pres">
      <dgm:prSet presAssocID="{A190406E-ECE0-4355-A4F7-15D246FD42AD}" presName="vert1" presStyleCnt="0"/>
      <dgm:spPr/>
    </dgm:pt>
    <dgm:pt modelId="{7275FA6B-910C-4D62-8442-91AF841DC15F}" type="pres">
      <dgm:prSet presAssocID="{01188187-833F-471B-AC0B-C3815252D428}" presName="thickLine" presStyleLbl="alignNode1" presStyleIdx="1" presStyleCnt="5"/>
      <dgm:spPr/>
    </dgm:pt>
    <dgm:pt modelId="{0FE0D360-68A6-49A9-A634-FEFB76252543}" type="pres">
      <dgm:prSet presAssocID="{01188187-833F-471B-AC0B-C3815252D428}" presName="horz1" presStyleCnt="0"/>
      <dgm:spPr/>
    </dgm:pt>
    <dgm:pt modelId="{DF336898-B93A-41EF-AC57-2ACB206C1994}" type="pres">
      <dgm:prSet presAssocID="{01188187-833F-471B-AC0B-C3815252D428}" presName="tx1" presStyleLbl="revTx" presStyleIdx="1" presStyleCnt="5"/>
      <dgm:spPr/>
    </dgm:pt>
    <dgm:pt modelId="{E91A9078-D00E-47D4-BF69-D0EB988E74DD}" type="pres">
      <dgm:prSet presAssocID="{01188187-833F-471B-AC0B-C3815252D428}" presName="vert1" presStyleCnt="0"/>
      <dgm:spPr/>
    </dgm:pt>
    <dgm:pt modelId="{FFFB7311-6FB8-4283-8C8F-55EFDDACF653}" type="pres">
      <dgm:prSet presAssocID="{D99350AC-F382-4C36-B366-EC65FC9ECEDD}" presName="thickLine" presStyleLbl="alignNode1" presStyleIdx="2" presStyleCnt="5"/>
      <dgm:spPr/>
    </dgm:pt>
    <dgm:pt modelId="{BBC47145-89E8-4D9D-B589-35B14F8A2D92}" type="pres">
      <dgm:prSet presAssocID="{D99350AC-F382-4C36-B366-EC65FC9ECEDD}" presName="horz1" presStyleCnt="0"/>
      <dgm:spPr/>
    </dgm:pt>
    <dgm:pt modelId="{FC20BA93-E11E-4496-A7C4-1C6352E0D205}" type="pres">
      <dgm:prSet presAssocID="{D99350AC-F382-4C36-B366-EC65FC9ECEDD}" presName="tx1" presStyleLbl="revTx" presStyleIdx="2" presStyleCnt="5"/>
      <dgm:spPr/>
    </dgm:pt>
    <dgm:pt modelId="{EDD37934-D36F-47E2-A211-E40F5BB53127}" type="pres">
      <dgm:prSet presAssocID="{D99350AC-F382-4C36-B366-EC65FC9ECEDD}" presName="vert1" presStyleCnt="0"/>
      <dgm:spPr/>
    </dgm:pt>
    <dgm:pt modelId="{99802AE1-5F7D-4024-9207-532245AEF011}" type="pres">
      <dgm:prSet presAssocID="{042EECE5-6A8A-4EEC-9F7E-A17EB37E6DDF}" presName="thickLine" presStyleLbl="alignNode1" presStyleIdx="3" presStyleCnt="5"/>
      <dgm:spPr/>
    </dgm:pt>
    <dgm:pt modelId="{37BA9A9F-247D-43B7-AC25-8EEDD7DB8ED6}" type="pres">
      <dgm:prSet presAssocID="{042EECE5-6A8A-4EEC-9F7E-A17EB37E6DDF}" presName="horz1" presStyleCnt="0"/>
      <dgm:spPr/>
    </dgm:pt>
    <dgm:pt modelId="{738A6E88-9CD1-4FB1-A003-A686C0375196}" type="pres">
      <dgm:prSet presAssocID="{042EECE5-6A8A-4EEC-9F7E-A17EB37E6DDF}" presName="tx1" presStyleLbl="revTx" presStyleIdx="3" presStyleCnt="5"/>
      <dgm:spPr/>
    </dgm:pt>
    <dgm:pt modelId="{08A04DFF-1646-4EC8-81E6-DAC19D5EE6C5}" type="pres">
      <dgm:prSet presAssocID="{042EECE5-6A8A-4EEC-9F7E-A17EB37E6DDF}" presName="vert1" presStyleCnt="0"/>
      <dgm:spPr/>
    </dgm:pt>
    <dgm:pt modelId="{CDBA9236-F462-4D32-B76B-F1C87551D892}" type="pres">
      <dgm:prSet presAssocID="{7465A78C-C424-44A7-9931-A9915AEA7807}" presName="thickLine" presStyleLbl="alignNode1" presStyleIdx="4" presStyleCnt="5"/>
      <dgm:spPr/>
    </dgm:pt>
    <dgm:pt modelId="{AA045400-0B19-4D47-870C-A333EFD5C1D1}" type="pres">
      <dgm:prSet presAssocID="{7465A78C-C424-44A7-9931-A9915AEA7807}" presName="horz1" presStyleCnt="0"/>
      <dgm:spPr/>
    </dgm:pt>
    <dgm:pt modelId="{BC1D1992-19D0-433F-AC28-70A121806073}" type="pres">
      <dgm:prSet presAssocID="{7465A78C-C424-44A7-9931-A9915AEA7807}" presName="tx1" presStyleLbl="revTx" presStyleIdx="4" presStyleCnt="5"/>
      <dgm:spPr/>
    </dgm:pt>
    <dgm:pt modelId="{2CD18D3A-7980-419E-962D-63E98378C302}" type="pres">
      <dgm:prSet presAssocID="{7465A78C-C424-44A7-9931-A9915AEA7807}" presName="vert1" presStyleCnt="0"/>
      <dgm:spPr/>
    </dgm:pt>
  </dgm:ptLst>
  <dgm:cxnLst>
    <dgm:cxn modelId="{9669FA0F-8266-4908-B190-CBFBC4C478D0}" srcId="{FEE0EF29-5EFB-4AE2-85C3-4CAE98761F63}" destId="{D99350AC-F382-4C36-B366-EC65FC9ECEDD}" srcOrd="2" destOrd="0" parTransId="{E144F80A-1816-4CF1-9A88-CF25E8BC70E4}" sibTransId="{A0D051B7-3DAB-45DA-8694-40A131D433DA}"/>
    <dgm:cxn modelId="{C5E2881D-2177-4618-9CFE-14CA8393D95D}" type="presOf" srcId="{D99350AC-F382-4C36-B366-EC65FC9ECEDD}" destId="{FC20BA93-E11E-4496-A7C4-1C6352E0D205}" srcOrd="0" destOrd="0" presId="urn:microsoft.com/office/officeart/2008/layout/LinedList"/>
    <dgm:cxn modelId="{E60AEE46-13F5-40C5-905D-591C483EB495}" srcId="{FEE0EF29-5EFB-4AE2-85C3-4CAE98761F63}" destId="{A190406E-ECE0-4355-A4F7-15D246FD42AD}" srcOrd="0" destOrd="0" parTransId="{D9C8EC16-5A7D-4EA3-91D4-8170A7BDFDBE}" sibTransId="{887B7BE1-0764-429B-9DCB-48980E976E66}"/>
    <dgm:cxn modelId="{BF7B6781-FC77-43AC-9F65-653A0257CF6F}" type="presOf" srcId="{01188187-833F-471B-AC0B-C3815252D428}" destId="{DF336898-B93A-41EF-AC57-2ACB206C1994}" srcOrd="0" destOrd="0" presId="urn:microsoft.com/office/officeart/2008/layout/LinedList"/>
    <dgm:cxn modelId="{ED0D3F9A-5674-46AB-94E9-595F1277F93B}" type="presOf" srcId="{042EECE5-6A8A-4EEC-9F7E-A17EB37E6DDF}" destId="{738A6E88-9CD1-4FB1-A003-A686C0375196}" srcOrd="0" destOrd="0" presId="urn:microsoft.com/office/officeart/2008/layout/LinedList"/>
    <dgm:cxn modelId="{E03DD5A5-FF72-439D-BB90-445D1E8E7325}" type="presOf" srcId="{7465A78C-C424-44A7-9931-A9915AEA7807}" destId="{BC1D1992-19D0-433F-AC28-70A121806073}" srcOrd="0" destOrd="0" presId="urn:microsoft.com/office/officeart/2008/layout/LinedList"/>
    <dgm:cxn modelId="{C923ECB0-8099-49E3-8A26-A45DB8D75ADD}" srcId="{FEE0EF29-5EFB-4AE2-85C3-4CAE98761F63}" destId="{7465A78C-C424-44A7-9931-A9915AEA7807}" srcOrd="4" destOrd="0" parTransId="{ACD9F0E4-1CD9-41DD-86D8-B51EBB4B2281}" sibTransId="{A641F398-715F-43C1-962B-A6B791BF5810}"/>
    <dgm:cxn modelId="{5A77F1CC-D7E5-4147-B1D1-A02559505F3B}" type="presOf" srcId="{FEE0EF29-5EFB-4AE2-85C3-4CAE98761F63}" destId="{3F8177DC-2CFA-4D2C-A58E-2448277AC95D}" srcOrd="0" destOrd="0" presId="urn:microsoft.com/office/officeart/2008/layout/LinedList"/>
    <dgm:cxn modelId="{82BA3CE9-FEE4-44F0-AC9D-DB47EC528BC5}" srcId="{FEE0EF29-5EFB-4AE2-85C3-4CAE98761F63}" destId="{01188187-833F-471B-AC0B-C3815252D428}" srcOrd="1" destOrd="0" parTransId="{9CA26AA6-41F9-4FB1-96A8-2478E154142B}" sibTransId="{766F3DA3-9D10-4BA1-BD0D-ECFDEF3B00B6}"/>
    <dgm:cxn modelId="{FB2E44F7-8B88-49CF-9250-194A1E8D378C}" srcId="{FEE0EF29-5EFB-4AE2-85C3-4CAE98761F63}" destId="{042EECE5-6A8A-4EEC-9F7E-A17EB37E6DDF}" srcOrd="3" destOrd="0" parTransId="{8C8DCF2C-17AD-456C-BD76-095A002E9711}" sibTransId="{100EF927-5AF6-4515-8A2E-04451A0C1C52}"/>
    <dgm:cxn modelId="{4A8BD6F9-06A6-4B3A-9B8D-3A3E0EB869EC}" type="presOf" srcId="{A190406E-ECE0-4355-A4F7-15D246FD42AD}" destId="{6405DAFE-76C9-4BCD-A8BA-87AAC1DB00DF}" srcOrd="0" destOrd="0" presId="urn:microsoft.com/office/officeart/2008/layout/LinedList"/>
    <dgm:cxn modelId="{C39169CA-0543-4CD7-887A-1951E563FB14}" type="presParOf" srcId="{3F8177DC-2CFA-4D2C-A58E-2448277AC95D}" destId="{DB0C7558-3CCD-4826-A42D-03315D409A34}" srcOrd="0" destOrd="0" presId="urn:microsoft.com/office/officeart/2008/layout/LinedList"/>
    <dgm:cxn modelId="{D7A48615-5F8B-47E0-BD82-249A527DDF94}" type="presParOf" srcId="{3F8177DC-2CFA-4D2C-A58E-2448277AC95D}" destId="{0DDC2820-75A2-4DB8-9092-ED5DB1780CCE}" srcOrd="1" destOrd="0" presId="urn:microsoft.com/office/officeart/2008/layout/LinedList"/>
    <dgm:cxn modelId="{535E1AF8-02E4-4459-9A68-DEC813D03006}" type="presParOf" srcId="{0DDC2820-75A2-4DB8-9092-ED5DB1780CCE}" destId="{6405DAFE-76C9-4BCD-A8BA-87AAC1DB00DF}" srcOrd="0" destOrd="0" presId="urn:microsoft.com/office/officeart/2008/layout/LinedList"/>
    <dgm:cxn modelId="{77A3B4BE-5AD1-42EC-899D-6B726F9B2A76}" type="presParOf" srcId="{0DDC2820-75A2-4DB8-9092-ED5DB1780CCE}" destId="{D1B310E5-9118-405D-A89D-87A171D7A5D5}" srcOrd="1" destOrd="0" presId="urn:microsoft.com/office/officeart/2008/layout/LinedList"/>
    <dgm:cxn modelId="{2C2BCFB4-AC5C-4023-9C9B-EF63447650AD}" type="presParOf" srcId="{3F8177DC-2CFA-4D2C-A58E-2448277AC95D}" destId="{7275FA6B-910C-4D62-8442-91AF841DC15F}" srcOrd="2" destOrd="0" presId="urn:microsoft.com/office/officeart/2008/layout/LinedList"/>
    <dgm:cxn modelId="{4C5FE7D4-07E7-4655-9CC2-A55C3D53B4AA}" type="presParOf" srcId="{3F8177DC-2CFA-4D2C-A58E-2448277AC95D}" destId="{0FE0D360-68A6-49A9-A634-FEFB76252543}" srcOrd="3" destOrd="0" presId="urn:microsoft.com/office/officeart/2008/layout/LinedList"/>
    <dgm:cxn modelId="{285858C7-BBAD-45EB-B934-739E1E7FCF03}" type="presParOf" srcId="{0FE0D360-68A6-49A9-A634-FEFB76252543}" destId="{DF336898-B93A-41EF-AC57-2ACB206C1994}" srcOrd="0" destOrd="0" presId="urn:microsoft.com/office/officeart/2008/layout/LinedList"/>
    <dgm:cxn modelId="{98C0F398-A4FF-496E-BF93-FE2EF443FFDF}" type="presParOf" srcId="{0FE0D360-68A6-49A9-A634-FEFB76252543}" destId="{E91A9078-D00E-47D4-BF69-D0EB988E74DD}" srcOrd="1" destOrd="0" presId="urn:microsoft.com/office/officeart/2008/layout/LinedList"/>
    <dgm:cxn modelId="{2F07F033-6BFA-47E1-A6DB-C9D9BC921136}" type="presParOf" srcId="{3F8177DC-2CFA-4D2C-A58E-2448277AC95D}" destId="{FFFB7311-6FB8-4283-8C8F-55EFDDACF653}" srcOrd="4" destOrd="0" presId="urn:microsoft.com/office/officeart/2008/layout/LinedList"/>
    <dgm:cxn modelId="{96530441-73BE-485F-931B-018ADC813E3C}" type="presParOf" srcId="{3F8177DC-2CFA-4D2C-A58E-2448277AC95D}" destId="{BBC47145-89E8-4D9D-B589-35B14F8A2D92}" srcOrd="5" destOrd="0" presId="urn:microsoft.com/office/officeart/2008/layout/LinedList"/>
    <dgm:cxn modelId="{9C476E0A-E2A6-43AE-810D-B779EE3C74CF}" type="presParOf" srcId="{BBC47145-89E8-4D9D-B589-35B14F8A2D92}" destId="{FC20BA93-E11E-4496-A7C4-1C6352E0D205}" srcOrd="0" destOrd="0" presId="urn:microsoft.com/office/officeart/2008/layout/LinedList"/>
    <dgm:cxn modelId="{91B84667-E9B3-42CA-87EF-9F6ABD97CFCE}" type="presParOf" srcId="{BBC47145-89E8-4D9D-B589-35B14F8A2D92}" destId="{EDD37934-D36F-47E2-A211-E40F5BB53127}" srcOrd="1" destOrd="0" presId="urn:microsoft.com/office/officeart/2008/layout/LinedList"/>
    <dgm:cxn modelId="{E39F284F-98D4-4859-88D1-49F53617784A}" type="presParOf" srcId="{3F8177DC-2CFA-4D2C-A58E-2448277AC95D}" destId="{99802AE1-5F7D-4024-9207-532245AEF011}" srcOrd="6" destOrd="0" presId="urn:microsoft.com/office/officeart/2008/layout/LinedList"/>
    <dgm:cxn modelId="{1958CE81-D9C1-455D-A4DD-F78095F88A63}" type="presParOf" srcId="{3F8177DC-2CFA-4D2C-A58E-2448277AC95D}" destId="{37BA9A9F-247D-43B7-AC25-8EEDD7DB8ED6}" srcOrd="7" destOrd="0" presId="urn:microsoft.com/office/officeart/2008/layout/LinedList"/>
    <dgm:cxn modelId="{866D980F-78B5-4E7B-AA6E-46C14AF91DBE}" type="presParOf" srcId="{37BA9A9F-247D-43B7-AC25-8EEDD7DB8ED6}" destId="{738A6E88-9CD1-4FB1-A003-A686C0375196}" srcOrd="0" destOrd="0" presId="urn:microsoft.com/office/officeart/2008/layout/LinedList"/>
    <dgm:cxn modelId="{ABB2CDE5-A5B4-4B40-A722-A55DE4B0F335}" type="presParOf" srcId="{37BA9A9F-247D-43B7-AC25-8EEDD7DB8ED6}" destId="{08A04DFF-1646-4EC8-81E6-DAC19D5EE6C5}" srcOrd="1" destOrd="0" presId="urn:microsoft.com/office/officeart/2008/layout/LinedList"/>
    <dgm:cxn modelId="{DE45840D-167C-41C4-A034-03E70BAC6F4D}" type="presParOf" srcId="{3F8177DC-2CFA-4D2C-A58E-2448277AC95D}" destId="{CDBA9236-F462-4D32-B76B-F1C87551D892}" srcOrd="8" destOrd="0" presId="urn:microsoft.com/office/officeart/2008/layout/LinedList"/>
    <dgm:cxn modelId="{218D975D-4FB5-4271-ADB9-AFF4F0EC8D73}" type="presParOf" srcId="{3F8177DC-2CFA-4D2C-A58E-2448277AC95D}" destId="{AA045400-0B19-4D47-870C-A333EFD5C1D1}" srcOrd="9" destOrd="0" presId="urn:microsoft.com/office/officeart/2008/layout/LinedList"/>
    <dgm:cxn modelId="{BA72360A-3E38-4B1B-AFA0-034081C76CC2}" type="presParOf" srcId="{AA045400-0B19-4D47-870C-A333EFD5C1D1}" destId="{BC1D1992-19D0-433F-AC28-70A121806073}" srcOrd="0" destOrd="0" presId="urn:microsoft.com/office/officeart/2008/layout/LinedList"/>
    <dgm:cxn modelId="{0797F8D6-88AF-4969-8EE6-C1738511E397}" type="presParOf" srcId="{AA045400-0B19-4D47-870C-A333EFD5C1D1}" destId="{2CD18D3A-7980-419E-962D-63E98378C3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C7558-3CCD-4826-A42D-03315D409A34}">
      <dsp:nvSpPr>
        <dsp:cNvPr id="0" name=""/>
        <dsp:cNvSpPr/>
      </dsp:nvSpPr>
      <dsp:spPr>
        <a:xfrm>
          <a:off x="0" y="485"/>
          <a:ext cx="110902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5DAFE-76C9-4BCD-A8BA-87AAC1DB00DF}">
      <dsp:nvSpPr>
        <dsp:cNvPr id="0" name=""/>
        <dsp:cNvSpPr/>
      </dsp:nvSpPr>
      <dsp:spPr>
        <a:xfrm>
          <a:off x="0" y="485"/>
          <a:ext cx="11090274" cy="79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/>
            <a:t>Introduction</a:t>
          </a:r>
        </a:p>
      </dsp:txBody>
      <dsp:txXfrm>
        <a:off x="0" y="485"/>
        <a:ext cx="11090274" cy="795730"/>
      </dsp:txXfrm>
    </dsp:sp>
    <dsp:sp modelId="{7275FA6B-910C-4D62-8442-91AF841DC15F}">
      <dsp:nvSpPr>
        <dsp:cNvPr id="0" name=""/>
        <dsp:cNvSpPr/>
      </dsp:nvSpPr>
      <dsp:spPr>
        <a:xfrm>
          <a:off x="0" y="796216"/>
          <a:ext cx="110902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36898-B93A-41EF-AC57-2ACB206C1994}">
      <dsp:nvSpPr>
        <dsp:cNvPr id="0" name=""/>
        <dsp:cNvSpPr/>
      </dsp:nvSpPr>
      <dsp:spPr>
        <a:xfrm>
          <a:off x="0" y="796216"/>
          <a:ext cx="11090274" cy="79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Mesurer l’impact du changement</a:t>
          </a:r>
        </a:p>
      </dsp:txBody>
      <dsp:txXfrm>
        <a:off x="0" y="796216"/>
        <a:ext cx="11090274" cy="795730"/>
      </dsp:txXfrm>
    </dsp:sp>
    <dsp:sp modelId="{FFFB7311-6FB8-4283-8C8F-55EFDDACF653}">
      <dsp:nvSpPr>
        <dsp:cNvPr id="0" name=""/>
        <dsp:cNvSpPr/>
      </dsp:nvSpPr>
      <dsp:spPr>
        <a:xfrm>
          <a:off x="0" y="1591947"/>
          <a:ext cx="110902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0BA93-E11E-4496-A7C4-1C6352E0D205}">
      <dsp:nvSpPr>
        <dsp:cNvPr id="0" name=""/>
        <dsp:cNvSpPr/>
      </dsp:nvSpPr>
      <dsp:spPr>
        <a:xfrm>
          <a:off x="0" y="1591947"/>
          <a:ext cx="11090274" cy="79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Gérer et atténuer les résistances</a:t>
          </a:r>
        </a:p>
      </dsp:txBody>
      <dsp:txXfrm>
        <a:off x="0" y="1591947"/>
        <a:ext cx="11090274" cy="795730"/>
      </dsp:txXfrm>
    </dsp:sp>
    <dsp:sp modelId="{99802AE1-5F7D-4024-9207-532245AEF011}">
      <dsp:nvSpPr>
        <dsp:cNvPr id="0" name=""/>
        <dsp:cNvSpPr/>
      </dsp:nvSpPr>
      <dsp:spPr>
        <a:xfrm>
          <a:off x="0" y="2387677"/>
          <a:ext cx="110902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A6E88-9CD1-4FB1-A003-A686C0375196}">
      <dsp:nvSpPr>
        <dsp:cNvPr id="0" name=""/>
        <dsp:cNvSpPr/>
      </dsp:nvSpPr>
      <dsp:spPr>
        <a:xfrm>
          <a:off x="0" y="2387677"/>
          <a:ext cx="11090274" cy="79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Célébrer les réussites</a:t>
          </a:r>
        </a:p>
      </dsp:txBody>
      <dsp:txXfrm>
        <a:off x="0" y="2387677"/>
        <a:ext cx="11090274" cy="795730"/>
      </dsp:txXfrm>
    </dsp:sp>
    <dsp:sp modelId="{CDBA9236-F462-4D32-B76B-F1C87551D892}">
      <dsp:nvSpPr>
        <dsp:cNvPr id="0" name=""/>
        <dsp:cNvSpPr/>
      </dsp:nvSpPr>
      <dsp:spPr>
        <a:xfrm>
          <a:off x="0" y="3183408"/>
          <a:ext cx="110902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D1992-19D0-433F-AC28-70A121806073}">
      <dsp:nvSpPr>
        <dsp:cNvPr id="0" name=""/>
        <dsp:cNvSpPr/>
      </dsp:nvSpPr>
      <dsp:spPr>
        <a:xfrm>
          <a:off x="0" y="3183408"/>
          <a:ext cx="11090274" cy="79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/>
            <a:t>Conclusion</a:t>
          </a:r>
        </a:p>
      </dsp:txBody>
      <dsp:txXfrm>
        <a:off x="0" y="3183408"/>
        <a:ext cx="11090274" cy="795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Friday, January 29,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213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1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1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5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827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2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7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8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Friday, January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7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Friday, January 29,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0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>
            <a:normAutofit/>
          </a:bodyPr>
          <a:lstStyle/>
          <a:p>
            <a:r>
              <a:rPr lang="de-DE">
                <a:cs typeface="Calibri Light"/>
              </a:rPr>
              <a:t>Projet Gotham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>
                <a:solidFill>
                  <a:schemeClr val="tx1">
                    <a:alpha val="60000"/>
                  </a:schemeClr>
                </a:solidFill>
                <a:cs typeface="Calibri"/>
              </a:rPr>
              <a:t>Final delivery</a:t>
            </a:r>
            <a:endParaRPr lang="de-DE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B75FAB92-6649-4A31-80C5-77922FC92D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r="2" b="2"/>
          <a:stretch/>
        </p:blipFill>
        <p:spPr>
          <a:xfrm>
            <a:off x="650874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3840CF4-F848-4FE0-AEA6-C9E806911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20950" y="549275"/>
            <a:ext cx="667802" cy="631474"/>
            <a:chOff x="10478914" y="1506691"/>
            <a:chExt cx="667802" cy="631474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B46153-41DB-494F-9B08-EBCCF2728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B6D42DA-2D84-4A50-A359-7A5C651B1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94459D96-B947-4C7F-8BCA-915F8B07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2954" y="5171203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60D70-128E-48D1-8471-C730162A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D5D63BCA-1899-4A4C-9B20-0CFBC3ED5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211424"/>
              </p:ext>
            </p:extLst>
          </p:nvPr>
        </p:nvGraphicFramePr>
        <p:xfrm>
          <a:off x="550863" y="2113199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98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5347D-1244-4C77-8233-4F5874FC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3F5A4-60F3-4664-9D20-AB5DF25DE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08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433243-F2BD-4BA3-B354-7FF13C1E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Mesure l’impact du changement</a:t>
            </a:r>
            <a:br>
              <a:rPr lang="fr-FR" dirty="0"/>
            </a:br>
            <a:r>
              <a:rPr lang="fr-FR" sz="3200" dirty="0"/>
              <a:t>Pourquoi mesurer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8B040-592D-445A-8097-12309AE31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25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0D0615-FACF-45AD-847B-9DE5A20A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D27FDDF-71F7-493E-AA0A-8805F05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Mesure l’impact du changement</a:t>
            </a:r>
            <a:br>
              <a:rPr lang="fr-FR" dirty="0"/>
            </a:br>
            <a:r>
              <a:rPr lang="fr-FR" sz="3200" dirty="0"/>
              <a:t>Qu’est ce qu’on doit mesurer ?</a:t>
            </a:r>
          </a:p>
        </p:txBody>
      </p:sp>
    </p:spTree>
    <p:extLst>
      <p:ext uri="{BB962C8B-B14F-4D97-AF65-F5344CB8AC3E}">
        <p14:creationId xmlns:p14="http://schemas.microsoft.com/office/powerpoint/2010/main" val="42007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E2E0E-E2B7-4242-9905-24B04D94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l’impact du changement</a:t>
            </a:r>
            <a:br>
              <a:rPr lang="fr-FR" dirty="0"/>
            </a:br>
            <a:r>
              <a:rPr lang="fr-FR" sz="3200" dirty="0"/>
              <a:t>Les outils et solutions mis en place pour atténuer ces résistances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0FBA6-1408-47B8-83C7-5F58D298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7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586B8D-D17F-467B-A996-9436AA964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D1E8BDD-A661-496F-BFFF-F8F97054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Gérer et atténuer les résistances</a:t>
            </a:r>
            <a:br>
              <a:rPr lang="fr-FR" dirty="0"/>
            </a:br>
            <a:r>
              <a:rPr lang="fr-FR" sz="3200" dirty="0"/>
              <a:t>Comment interpréter les mesures et les feedback ?</a:t>
            </a:r>
          </a:p>
        </p:txBody>
      </p:sp>
    </p:spTree>
    <p:extLst>
      <p:ext uri="{BB962C8B-B14F-4D97-AF65-F5344CB8AC3E}">
        <p14:creationId xmlns:p14="http://schemas.microsoft.com/office/powerpoint/2010/main" val="267238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9D6DA7-E059-417D-84C3-66CCFB71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229E886-EDF7-4BB6-8F2F-DD8C80CD2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Gérer et atténuer les résistances</a:t>
            </a:r>
            <a:br>
              <a:rPr lang="fr-FR" dirty="0"/>
            </a:br>
            <a:r>
              <a:rPr lang="fr-FR" sz="3200" dirty="0"/>
              <a:t>Quelles sont les causes fondamentales de ces résistances ?</a:t>
            </a:r>
          </a:p>
        </p:txBody>
      </p:sp>
    </p:spTree>
    <p:extLst>
      <p:ext uri="{BB962C8B-B14F-4D97-AF65-F5344CB8AC3E}">
        <p14:creationId xmlns:p14="http://schemas.microsoft.com/office/powerpoint/2010/main" val="3259504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6CACC8-E7FD-4C02-83DE-D9F36DDC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D9F4499C-A36A-40B2-8BB5-8BB8E996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Gérer et atténuer les résistances</a:t>
            </a:r>
            <a:br>
              <a:rPr lang="fr-FR" dirty="0"/>
            </a:br>
            <a:r>
              <a:rPr lang="fr-FR" sz="3200" dirty="0"/>
              <a:t>Les outils et solutions mis en place pour atténuer ces résistances</a:t>
            </a:r>
          </a:p>
        </p:txBody>
      </p:sp>
    </p:spTree>
    <p:extLst>
      <p:ext uri="{BB962C8B-B14F-4D97-AF65-F5344CB8AC3E}">
        <p14:creationId xmlns:p14="http://schemas.microsoft.com/office/powerpoint/2010/main" val="282093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32B52E-30FC-4037-8F8B-FB7CE2804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E35AA5C-BEDC-4D5B-AD8C-1B5E2BEB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Célébrer les réussites</a:t>
            </a:r>
            <a:br>
              <a:rPr lang="fr-FR" dirty="0"/>
            </a:br>
            <a:r>
              <a:rPr lang="fr-FR" sz="3200" dirty="0"/>
              <a:t>Comment définir et détecter les victoires à court terme ?</a:t>
            </a:r>
          </a:p>
        </p:txBody>
      </p:sp>
    </p:spTree>
    <p:extLst>
      <p:ext uri="{BB962C8B-B14F-4D97-AF65-F5344CB8AC3E}">
        <p14:creationId xmlns:p14="http://schemas.microsoft.com/office/powerpoint/2010/main" val="315984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BB1F78-017A-41E0-8640-2FDC1B0F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B9BC018-2CEF-470C-8C3D-E722F16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1862" cy="1331913"/>
          </a:xfrm>
        </p:spPr>
        <p:txBody>
          <a:bodyPr>
            <a:normAutofit/>
          </a:bodyPr>
          <a:lstStyle/>
          <a:p>
            <a:r>
              <a:rPr lang="fr-FR" dirty="0"/>
              <a:t>Célébrer les réussites</a:t>
            </a:r>
            <a:br>
              <a:rPr lang="fr-FR" dirty="0"/>
            </a:br>
            <a:r>
              <a:rPr lang="fr-FR" sz="3200" dirty="0"/>
              <a:t>Quelles solutions mises en place pour célébrer ce succès ?</a:t>
            </a:r>
          </a:p>
        </p:txBody>
      </p:sp>
    </p:spTree>
    <p:extLst>
      <p:ext uri="{BB962C8B-B14F-4D97-AF65-F5344CB8AC3E}">
        <p14:creationId xmlns:p14="http://schemas.microsoft.com/office/powerpoint/2010/main" val="170204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264B8D-4A9B-4AA5-867C-274840E6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14755C-D441-4DA4-969E-C20CF0AC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692287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130</Words>
  <Application>Microsoft Office PowerPoint</Application>
  <PresentationFormat>Grand écran</PresentationFormat>
  <Paragraphs>18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Sitka Heading</vt:lpstr>
      <vt:lpstr>Source Sans Pro</vt:lpstr>
      <vt:lpstr>3DFloatVTI</vt:lpstr>
      <vt:lpstr>Projet Gotham</vt:lpstr>
      <vt:lpstr>Sommaire</vt:lpstr>
      <vt:lpstr>Introduction</vt:lpstr>
      <vt:lpstr>Mesure l’impact du changement Pourquoi mesurer ?</vt:lpstr>
      <vt:lpstr>Mesure l’impact du changement Qu’est ce qu’on doit mesurer ?</vt:lpstr>
      <vt:lpstr>Mesure l’impact du changement Les outils et solutions mis en place pour atténuer ces résistances</vt:lpstr>
      <vt:lpstr>Gérer et atténuer les résistances Comment interpréter les mesures et les feedback ?</vt:lpstr>
      <vt:lpstr>Gérer et atténuer les résistances Quelles sont les causes fondamentales de ces résistances ?</vt:lpstr>
      <vt:lpstr>Gérer et atténuer les résistances Les outils et solutions mis en place pour atténuer ces résistances</vt:lpstr>
      <vt:lpstr>Célébrer les réussites Comment définir et détecter les victoires à court terme ?</vt:lpstr>
      <vt:lpstr>Célébrer les réussites Quelles solutions mises en place pour célébrer ce succès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Hugo</cp:lastModifiedBy>
  <cp:revision>7</cp:revision>
  <dcterms:created xsi:type="dcterms:W3CDTF">2021-01-29T14:47:53Z</dcterms:created>
  <dcterms:modified xsi:type="dcterms:W3CDTF">2021-01-29T15:37:32Z</dcterms:modified>
</cp:coreProperties>
</file>