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1F0"/>
    <a:srgbClr val="99E0E1"/>
    <a:srgbClr val="A3D6F2"/>
    <a:srgbClr val="48A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F6F0C-79AD-A87A-541B-1A0CD1563168}" v="1884" dt="2020-12-03T13:20:36.199"/>
    <p1510:client id="{BEF2B30F-5A28-44B9-BB47-EA59C08CB07E}" v="1" dt="2020-11-25T20:37:41.074"/>
    <p1510:client id="{F1F11270-FC43-6392-20CE-38C7BEF6724C}" v="11" dt="2020-11-25T20:08:23.774"/>
    <p1510:client id="{FB16D7FC-96D9-3EF8-C7DB-1708AE6235EB}" v="4" dt="2020-12-03T15:58:12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E46109-96E1-4734-8BED-B586C1ADEE8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B4C3477-944A-45E0-8515-C38B21C7F9C8}">
      <dgm:prSet/>
      <dgm:spPr/>
      <dgm:t>
        <a:bodyPr/>
        <a:lstStyle/>
        <a:p>
          <a:r>
            <a:rPr lang="fr-FR" dirty="0"/>
            <a:t>Quels changements ?</a:t>
          </a:r>
          <a:endParaRPr lang="en-US" dirty="0"/>
        </a:p>
      </dgm:t>
    </dgm:pt>
    <dgm:pt modelId="{E4217E81-A36F-4113-8082-3F8715A11933}" type="parTrans" cxnId="{86FA4D01-D159-4C4A-AADF-6B3A83B22658}">
      <dgm:prSet/>
      <dgm:spPr/>
      <dgm:t>
        <a:bodyPr/>
        <a:lstStyle/>
        <a:p>
          <a:endParaRPr lang="en-US"/>
        </a:p>
      </dgm:t>
    </dgm:pt>
    <dgm:pt modelId="{734BA148-0BE7-414F-9E5E-8FB84BB37EFE}" type="sibTrans" cxnId="{86FA4D01-D159-4C4A-AADF-6B3A83B22658}">
      <dgm:prSet/>
      <dgm:spPr/>
      <dgm:t>
        <a:bodyPr/>
        <a:lstStyle/>
        <a:p>
          <a:endParaRPr lang="en-US"/>
        </a:p>
      </dgm:t>
    </dgm:pt>
    <dgm:pt modelId="{07414678-7139-4398-8901-A474FF8AFFCD}">
      <dgm:prSet/>
      <dgm:spPr/>
      <dgm:t>
        <a:bodyPr/>
        <a:lstStyle/>
        <a:p>
          <a:r>
            <a:rPr lang="fr-FR"/>
            <a:t>Pourquoi ce changement ?</a:t>
          </a:r>
          <a:endParaRPr lang="en-US"/>
        </a:p>
      </dgm:t>
    </dgm:pt>
    <dgm:pt modelId="{586EF8B6-C48A-454B-B7B3-BD82C46FBDC2}" type="parTrans" cxnId="{1FBA1F81-78B0-42D9-8AF5-E9FF3AB66D7D}">
      <dgm:prSet/>
      <dgm:spPr/>
      <dgm:t>
        <a:bodyPr/>
        <a:lstStyle/>
        <a:p>
          <a:endParaRPr lang="en-US"/>
        </a:p>
      </dgm:t>
    </dgm:pt>
    <dgm:pt modelId="{9D0CB255-B271-47C6-B65C-21CDE53C38D1}" type="sibTrans" cxnId="{1FBA1F81-78B0-42D9-8AF5-E9FF3AB66D7D}">
      <dgm:prSet/>
      <dgm:spPr/>
      <dgm:t>
        <a:bodyPr/>
        <a:lstStyle/>
        <a:p>
          <a:endParaRPr lang="en-US"/>
        </a:p>
      </dgm:t>
    </dgm:pt>
    <dgm:pt modelId="{C3F4613F-789E-4609-A0CA-FA344F45B047}">
      <dgm:prSet/>
      <dgm:spPr/>
      <dgm:t>
        <a:bodyPr/>
        <a:lstStyle/>
        <a:p>
          <a:r>
            <a:rPr lang="fr-FR"/>
            <a:t>Qui cela concerne ?</a:t>
          </a:r>
          <a:endParaRPr lang="en-US"/>
        </a:p>
      </dgm:t>
    </dgm:pt>
    <dgm:pt modelId="{BC468690-C2C7-474E-A87F-6C0E2D27F210}" type="parTrans" cxnId="{686630A4-6937-445B-950B-36460F1EDE4C}">
      <dgm:prSet/>
      <dgm:spPr/>
      <dgm:t>
        <a:bodyPr/>
        <a:lstStyle/>
        <a:p>
          <a:endParaRPr lang="en-US"/>
        </a:p>
      </dgm:t>
    </dgm:pt>
    <dgm:pt modelId="{16F53132-01AA-47FB-AC1A-D3257AB5E5A8}" type="sibTrans" cxnId="{686630A4-6937-445B-950B-36460F1EDE4C}">
      <dgm:prSet/>
      <dgm:spPr/>
      <dgm:t>
        <a:bodyPr/>
        <a:lstStyle/>
        <a:p>
          <a:endParaRPr lang="en-US"/>
        </a:p>
      </dgm:t>
    </dgm:pt>
    <dgm:pt modelId="{994F60B5-0E8F-4286-8F43-7677E6E7C8E2}">
      <dgm:prSet/>
      <dgm:spPr/>
      <dgm:t>
        <a:bodyPr/>
        <a:lstStyle/>
        <a:p>
          <a:r>
            <a:rPr lang="fr-FR"/>
            <a:t>Quand les changements auront lieu ? </a:t>
          </a:r>
          <a:endParaRPr lang="en-US"/>
        </a:p>
      </dgm:t>
    </dgm:pt>
    <dgm:pt modelId="{3BFFA0F5-8BF6-4B31-B199-2230CE0C2616}" type="parTrans" cxnId="{403149F7-F345-4B03-811C-1D0A690FF6E2}">
      <dgm:prSet/>
      <dgm:spPr/>
      <dgm:t>
        <a:bodyPr/>
        <a:lstStyle/>
        <a:p>
          <a:endParaRPr lang="en-US"/>
        </a:p>
      </dgm:t>
    </dgm:pt>
    <dgm:pt modelId="{9818A83D-97B0-460A-BD38-6505E647C94E}" type="sibTrans" cxnId="{403149F7-F345-4B03-811C-1D0A690FF6E2}">
      <dgm:prSet/>
      <dgm:spPr/>
      <dgm:t>
        <a:bodyPr/>
        <a:lstStyle/>
        <a:p>
          <a:endParaRPr lang="en-US"/>
        </a:p>
      </dgm:t>
    </dgm:pt>
    <dgm:pt modelId="{A616A55D-D12E-48E0-9262-4E0352EA5981}">
      <dgm:prSet/>
      <dgm:spPr/>
      <dgm:t>
        <a:bodyPr/>
        <a:lstStyle/>
        <a:p>
          <a:r>
            <a:rPr lang="en-US" dirty="0"/>
            <a:t>Récapitulatif</a:t>
          </a:r>
        </a:p>
      </dgm:t>
    </dgm:pt>
    <dgm:pt modelId="{B91DA215-299A-4128-B86B-11D36318C289}" type="parTrans" cxnId="{A482E05E-8453-418A-8710-BE2F562CFFCC}">
      <dgm:prSet/>
      <dgm:spPr/>
      <dgm:t>
        <a:bodyPr/>
        <a:lstStyle/>
        <a:p>
          <a:endParaRPr lang="en-US"/>
        </a:p>
      </dgm:t>
    </dgm:pt>
    <dgm:pt modelId="{BF2EC0E2-CA29-4069-8C2B-10257499D0F1}" type="sibTrans" cxnId="{A482E05E-8453-418A-8710-BE2F562CFFCC}">
      <dgm:prSet/>
      <dgm:spPr/>
      <dgm:t>
        <a:bodyPr/>
        <a:lstStyle/>
        <a:p>
          <a:endParaRPr lang="en-US"/>
        </a:p>
      </dgm:t>
    </dgm:pt>
    <dgm:pt modelId="{67B084F3-FDA1-41A9-A0EA-5251BA9C9091}">
      <dgm:prSet/>
      <dgm:spPr/>
      <dgm:t>
        <a:bodyPr/>
        <a:lstStyle/>
        <a:p>
          <a:r>
            <a:rPr lang="fr-FR"/>
            <a:t>Conclusion</a:t>
          </a:r>
          <a:endParaRPr lang="en-US"/>
        </a:p>
      </dgm:t>
    </dgm:pt>
    <dgm:pt modelId="{CE8F1BB2-7B87-47B4-973C-D0235A050325}" type="parTrans" cxnId="{1F24052B-6BD6-4220-AF65-133D3F644042}">
      <dgm:prSet/>
      <dgm:spPr/>
      <dgm:t>
        <a:bodyPr/>
        <a:lstStyle/>
        <a:p>
          <a:endParaRPr lang="en-US"/>
        </a:p>
      </dgm:t>
    </dgm:pt>
    <dgm:pt modelId="{3ED8B982-314D-4172-849D-9D4417CFCCF5}" type="sibTrans" cxnId="{1F24052B-6BD6-4220-AF65-133D3F644042}">
      <dgm:prSet/>
      <dgm:spPr/>
      <dgm:t>
        <a:bodyPr/>
        <a:lstStyle/>
        <a:p>
          <a:endParaRPr lang="en-US"/>
        </a:p>
      </dgm:t>
    </dgm:pt>
    <dgm:pt modelId="{9D893541-B311-4B2D-9736-7CD8BEAF44BE}" type="pres">
      <dgm:prSet presAssocID="{ADE46109-96E1-4734-8BED-B586C1ADEE84}" presName="vert0" presStyleCnt="0">
        <dgm:presLayoutVars>
          <dgm:dir/>
          <dgm:animOne val="branch"/>
          <dgm:animLvl val="lvl"/>
        </dgm:presLayoutVars>
      </dgm:prSet>
      <dgm:spPr/>
    </dgm:pt>
    <dgm:pt modelId="{CCE76A76-3DEC-42BA-A0E8-F3E4D36FCAC6}" type="pres">
      <dgm:prSet presAssocID="{AB4C3477-944A-45E0-8515-C38B21C7F9C8}" presName="thickLine" presStyleLbl="alignNode1" presStyleIdx="0" presStyleCnt="6"/>
      <dgm:spPr/>
    </dgm:pt>
    <dgm:pt modelId="{AE536634-FC90-4506-92CE-AB2A2EF4994F}" type="pres">
      <dgm:prSet presAssocID="{AB4C3477-944A-45E0-8515-C38B21C7F9C8}" presName="horz1" presStyleCnt="0"/>
      <dgm:spPr/>
    </dgm:pt>
    <dgm:pt modelId="{5E0BA970-1200-47E1-A592-6CA635AC5CCD}" type="pres">
      <dgm:prSet presAssocID="{AB4C3477-944A-45E0-8515-C38B21C7F9C8}" presName="tx1" presStyleLbl="revTx" presStyleIdx="0" presStyleCnt="6"/>
      <dgm:spPr/>
    </dgm:pt>
    <dgm:pt modelId="{A2017376-22C8-4E56-89CB-C4D3F7E2D3D0}" type="pres">
      <dgm:prSet presAssocID="{AB4C3477-944A-45E0-8515-C38B21C7F9C8}" presName="vert1" presStyleCnt="0"/>
      <dgm:spPr/>
    </dgm:pt>
    <dgm:pt modelId="{80884361-4743-4ECA-9C0D-1C436944030B}" type="pres">
      <dgm:prSet presAssocID="{07414678-7139-4398-8901-A474FF8AFFCD}" presName="thickLine" presStyleLbl="alignNode1" presStyleIdx="1" presStyleCnt="6"/>
      <dgm:spPr/>
    </dgm:pt>
    <dgm:pt modelId="{BB6C8AAC-3410-41C2-8064-76834665601E}" type="pres">
      <dgm:prSet presAssocID="{07414678-7139-4398-8901-A474FF8AFFCD}" presName="horz1" presStyleCnt="0"/>
      <dgm:spPr/>
    </dgm:pt>
    <dgm:pt modelId="{C4CCF83E-03E0-456B-A5EB-44EBC1741918}" type="pres">
      <dgm:prSet presAssocID="{07414678-7139-4398-8901-A474FF8AFFCD}" presName="tx1" presStyleLbl="revTx" presStyleIdx="1" presStyleCnt="6"/>
      <dgm:spPr/>
    </dgm:pt>
    <dgm:pt modelId="{281AA0F2-0F17-4653-A25A-C8E2A6801EFB}" type="pres">
      <dgm:prSet presAssocID="{07414678-7139-4398-8901-A474FF8AFFCD}" presName="vert1" presStyleCnt="0"/>
      <dgm:spPr/>
    </dgm:pt>
    <dgm:pt modelId="{CEDDFDA8-5B21-4575-9169-8F94DDDCA847}" type="pres">
      <dgm:prSet presAssocID="{C3F4613F-789E-4609-A0CA-FA344F45B047}" presName="thickLine" presStyleLbl="alignNode1" presStyleIdx="2" presStyleCnt="6"/>
      <dgm:spPr/>
    </dgm:pt>
    <dgm:pt modelId="{459FA503-C6A8-44BD-9C2F-D830AB204556}" type="pres">
      <dgm:prSet presAssocID="{C3F4613F-789E-4609-A0CA-FA344F45B047}" presName="horz1" presStyleCnt="0"/>
      <dgm:spPr/>
    </dgm:pt>
    <dgm:pt modelId="{0AFD15F1-89C4-40C1-A3D1-DDEC90D962F2}" type="pres">
      <dgm:prSet presAssocID="{C3F4613F-789E-4609-A0CA-FA344F45B047}" presName="tx1" presStyleLbl="revTx" presStyleIdx="2" presStyleCnt="6"/>
      <dgm:spPr/>
    </dgm:pt>
    <dgm:pt modelId="{E24D96A4-9625-48C0-8F0C-7FD10944087F}" type="pres">
      <dgm:prSet presAssocID="{C3F4613F-789E-4609-A0CA-FA344F45B047}" presName="vert1" presStyleCnt="0"/>
      <dgm:spPr/>
    </dgm:pt>
    <dgm:pt modelId="{ACF851EC-05F4-4F3B-AE29-C933E2D136B3}" type="pres">
      <dgm:prSet presAssocID="{994F60B5-0E8F-4286-8F43-7677E6E7C8E2}" presName="thickLine" presStyleLbl="alignNode1" presStyleIdx="3" presStyleCnt="6"/>
      <dgm:spPr/>
    </dgm:pt>
    <dgm:pt modelId="{63053B1B-99FB-4720-AC34-6BE6244B0111}" type="pres">
      <dgm:prSet presAssocID="{994F60B5-0E8F-4286-8F43-7677E6E7C8E2}" presName="horz1" presStyleCnt="0"/>
      <dgm:spPr/>
    </dgm:pt>
    <dgm:pt modelId="{FFA7E75A-1196-49CF-8A90-C56F4BD08996}" type="pres">
      <dgm:prSet presAssocID="{994F60B5-0E8F-4286-8F43-7677E6E7C8E2}" presName="tx1" presStyleLbl="revTx" presStyleIdx="3" presStyleCnt="6"/>
      <dgm:spPr/>
    </dgm:pt>
    <dgm:pt modelId="{CC8A1F4A-F2E5-411E-BA04-DB17A69B0F6A}" type="pres">
      <dgm:prSet presAssocID="{994F60B5-0E8F-4286-8F43-7677E6E7C8E2}" presName="vert1" presStyleCnt="0"/>
      <dgm:spPr/>
    </dgm:pt>
    <dgm:pt modelId="{B5BEEEDE-922F-4BF3-A2CB-0E8B6EADB178}" type="pres">
      <dgm:prSet presAssocID="{A616A55D-D12E-48E0-9262-4E0352EA5981}" presName="thickLine" presStyleLbl="alignNode1" presStyleIdx="4" presStyleCnt="6"/>
      <dgm:spPr/>
    </dgm:pt>
    <dgm:pt modelId="{3D2665BE-36FC-4697-BE5C-541D07AD96A2}" type="pres">
      <dgm:prSet presAssocID="{A616A55D-D12E-48E0-9262-4E0352EA5981}" presName="horz1" presStyleCnt="0"/>
      <dgm:spPr/>
    </dgm:pt>
    <dgm:pt modelId="{223141B0-9C72-4D28-9BD5-99510D5F8BCF}" type="pres">
      <dgm:prSet presAssocID="{A616A55D-D12E-48E0-9262-4E0352EA5981}" presName="tx1" presStyleLbl="revTx" presStyleIdx="4" presStyleCnt="6"/>
      <dgm:spPr/>
    </dgm:pt>
    <dgm:pt modelId="{59DAB574-71F7-4862-BFE3-FDD489B55B0E}" type="pres">
      <dgm:prSet presAssocID="{A616A55D-D12E-48E0-9262-4E0352EA5981}" presName="vert1" presStyleCnt="0"/>
      <dgm:spPr/>
    </dgm:pt>
    <dgm:pt modelId="{4823A085-AEB2-4630-859E-0026A7619DBD}" type="pres">
      <dgm:prSet presAssocID="{67B084F3-FDA1-41A9-A0EA-5251BA9C9091}" presName="thickLine" presStyleLbl="alignNode1" presStyleIdx="5" presStyleCnt="6"/>
      <dgm:spPr/>
    </dgm:pt>
    <dgm:pt modelId="{0B18CE0F-2B1B-4C3C-96D4-270E84F217FB}" type="pres">
      <dgm:prSet presAssocID="{67B084F3-FDA1-41A9-A0EA-5251BA9C9091}" presName="horz1" presStyleCnt="0"/>
      <dgm:spPr/>
    </dgm:pt>
    <dgm:pt modelId="{9A3346E5-D0F3-47E9-B76A-2E14574E7B49}" type="pres">
      <dgm:prSet presAssocID="{67B084F3-FDA1-41A9-A0EA-5251BA9C9091}" presName="tx1" presStyleLbl="revTx" presStyleIdx="5" presStyleCnt="6"/>
      <dgm:spPr/>
    </dgm:pt>
    <dgm:pt modelId="{93E28500-1CE6-4A4D-9B39-AC8B16250E11}" type="pres">
      <dgm:prSet presAssocID="{67B084F3-FDA1-41A9-A0EA-5251BA9C9091}" presName="vert1" presStyleCnt="0"/>
      <dgm:spPr/>
    </dgm:pt>
  </dgm:ptLst>
  <dgm:cxnLst>
    <dgm:cxn modelId="{86FA4D01-D159-4C4A-AADF-6B3A83B22658}" srcId="{ADE46109-96E1-4734-8BED-B586C1ADEE84}" destId="{AB4C3477-944A-45E0-8515-C38B21C7F9C8}" srcOrd="0" destOrd="0" parTransId="{E4217E81-A36F-4113-8082-3F8715A11933}" sibTransId="{734BA148-0BE7-414F-9E5E-8FB84BB37EFE}"/>
    <dgm:cxn modelId="{1F24052B-6BD6-4220-AF65-133D3F644042}" srcId="{ADE46109-96E1-4734-8BED-B586C1ADEE84}" destId="{67B084F3-FDA1-41A9-A0EA-5251BA9C9091}" srcOrd="5" destOrd="0" parTransId="{CE8F1BB2-7B87-47B4-973C-D0235A050325}" sibTransId="{3ED8B982-314D-4172-849D-9D4417CFCCF5}"/>
    <dgm:cxn modelId="{B105073B-1088-4CA6-969A-37B9B006DC56}" type="presOf" srcId="{994F60B5-0E8F-4286-8F43-7677E6E7C8E2}" destId="{FFA7E75A-1196-49CF-8A90-C56F4BD08996}" srcOrd="0" destOrd="0" presId="urn:microsoft.com/office/officeart/2008/layout/LinedList"/>
    <dgm:cxn modelId="{A482E05E-8453-418A-8710-BE2F562CFFCC}" srcId="{ADE46109-96E1-4734-8BED-B586C1ADEE84}" destId="{A616A55D-D12E-48E0-9262-4E0352EA5981}" srcOrd="4" destOrd="0" parTransId="{B91DA215-299A-4128-B86B-11D36318C289}" sibTransId="{BF2EC0E2-CA29-4069-8C2B-10257499D0F1}"/>
    <dgm:cxn modelId="{08C96545-0569-4463-B0AF-C75FE0BE8853}" type="presOf" srcId="{AB4C3477-944A-45E0-8515-C38B21C7F9C8}" destId="{5E0BA970-1200-47E1-A592-6CA635AC5CCD}" srcOrd="0" destOrd="0" presId="urn:microsoft.com/office/officeart/2008/layout/LinedList"/>
    <dgm:cxn modelId="{1FBA1F81-78B0-42D9-8AF5-E9FF3AB66D7D}" srcId="{ADE46109-96E1-4734-8BED-B586C1ADEE84}" destId="{07414678-7139-4398-8901-A474FF8AFFCD}" srcOrd="1" destOrd="0" parTransId="{586EF8B6-C48A-454B-B7B3-BD82C46FBDC2}" sibTransId="{9D0CB255-B271-47C6-B65C-21CDE53C38D1}"/>
    <dgm:cxn modelId="{6A023D81-1463-4B09-B190-730302743314}" type="presOf" srcId="{A616A55D-D12E-48E0-9262-4E0352EA5981}" destId="{223141B0-9C72-4D28-9BD5-99510D5F8BCF}" srcOrd="0" destOrd="0" presId="urn:microsoft.com/office/officeart/2008/layout/LinedList"/>
    <dgm:cxn modelId="{8E307488-912A-4268-9E90-E010666D1A0F}" type="presOf" srcId="{07414678-7139-4398-8901-A474FF8AFFCD}" destId="{C4CCF83E-03E0-456B-A5EB-44EBC1741918}" srcOrd="0" destOrd="0" presId="urn:microsoft.com/office/officeart/2008/layout/LinedList"/>
    <dgm:cxn modelId="{686630A4-6937-445B-950B-36460F1EDE4C}" srcId="{ADE46109-96E1-4734-8BED-B586C1ADEE84}" destId="{C3F4613F-789E-4609-A0CA-FA344F45B047}" srcOrd="2" destOrd="0" parTransId="{BC468690-C2C7-474E-A87F-6C0E2D27F210}" sibTransId="{16F53132-01AA-47FB-AC1A-D3257AB5E5A8}"/>
    <dgm:cxn modelId="{13D72CBB-78AD-44C3-A970-568491A4D9B5}" type="presOf" srcId="{67B084F3-FDA1-41A9-A0EA-5251BA9C9091}" destId="{9A3346E5-D0F3-47E9-B76A-2E14574E7B49}" srcOrd="0" destOrd="0" presId="urn:microsoft.com/office/officeart/2008/layout/LinedList"/>
    <dgm:cxn modelId="{EDAFB9DA-9936-447C-B507-5BDA7B3A611D}" type="presOf" srcId="{C3F4613F-789E-4609-A0CA-FA344F45B047}" destId="{0AFD15F1-89C4-40C1-A3D1-DDEC90D962F2}" srcOrd="0" destOrd="0" presId="urn:microsoft.com/office/officeart/2008/layout/LinedList"/>
    <dgm:cxn modelId="{96192CE5-4CB1-49E2-BE1B-B54EA6C86BAA}" type="presOf" srcId="{ADE46109-96E1-4734-8BED-B586C1ADEE84}" destId="{9D893541-B311-4B2D-9736-7CD8BEAF44BE}" srcOrd="0" destOrd="0" presId="urn:microsoft.com/office/officeart/2008/layout/LinedList"/>
    <dgm:cxn modelId="{403149F7-F345-4B03-811C-1D0A690FF6E2}" srcId="{ADE46109-96E1-4734-8BED-B586C1ADEE84}" destId="{994F60B5-0E8F-4286-8F43-7677E6E7C8E2}" srcOrd="3" destOrd="0" parTransId="{3BFFA0F5-8BF6-4B31-B199-2230CE0C2616}" sibTransId="{9818A83D-97B0-460A-BD38-6505E647C94E}"/>
    <dgm:cxn modelId="{52E0614D-8BE7-4ABF-9856-DC030E8F47C3}" type="presParOf" srcId="{9D893541-B311-4B2D-9736-7CD8BEAF44BE}" destId="{CCE76A76-3DEC-42BA-A0E8-F3E4D36FCAC6}" srcOrd="0" destOrd="0" presId="urn:microsoft.com/office/officeart/2008/layout/LinedList"/>
    <dgm:cxn modelId="{C9DA24DF-3ADF-4D0F-BF60-2004481DCA72}" type="presParOf" srcId="{9D893541-B311-4B2D-9736-7CD8BEAF44BE}" destId="{AE536634-FC90-4506-92CE-AB2A2EF4994F}" srcOrd="1" destOrd="0" presId="urn:microsoft.com/office/officeart/2008/layout/LinedList"/>
    <dgm:cxn modelId="{E159204E-CFB0-47A8-B806-4C1B2CC1BC65}" type="presParOf" srcId="{AE536634-FC90-4506-92CE-AB2A2EF4994F}" destId="{5E0BA970-1200-47E1-A592-6CA635AC5CCD}" srcOrd="0" destOrd="0" presId="urn:microsoft.com/office/officeart/2008/layout/LinedList"/>
    <dgm:cxn modelId="{627DE9A8-6610-497F-ACF1-671E3A086F77}" type="presParOf" srcId="{AE536634-FC90-4506-92CE-AB2A2EF4994F}" destId="{A2017376-22C8-4E56-89CB-C4D3F7E2D3D0}" srcOrd="1" destOrd="0" presId="urn:microsoft.com/office/officeart/2008/layout/LinedList"/>
    <dgm:cxn modelId="{E0896FB1-BEBA-4529-9914-28BF2F1ECADC}" type="presParOf" srcId="{9D893541-B311-4B2D-9736-7CD8BEAF44BE}" destId="{80884361-4743-4ECA-9C0D-1C436944030B}" srcOrd="2" destOrd="0" presId="urn:microsoft.com/office/officeart/2008/layout/LinedList"/>
    <dgm:cxn modelId="{C80047D2-AEE8-4EE9-883D-E31FAF36D0E2}" type="presParOf" srcId="{9D893541-B311-4B2D-9736-7CD8BEAF44BE}" destId="{BB6C8AAC-3410-41C2-8064-76834665601E}" srcOrd="3" destOrd="0" presId="urn:microsoft.com/office/officeart/2008/layout/LinedList"/>
    <dgm:cxn modelId="{4CF3D6D7-16A9-49C7-801D-76581AB7BA1D}" type="presParOf" srcId="{BB6C8AAC-3410-41C2-8064-76834665601E}" destId="{C4CCF83E-03E0-456B-A5EB-44EBC1741918}" srcOrd="0" destOrd="0" presId="urn:microsoft.com/office/officeart/2008/layout/LinedList"/>
    <dgm:cxn modelId="{579B72CF-8250-441F-9B05-89A2F024EC46}" type="presParOf" srcId="{BB6C8AAC-3410-41C2-8064-76834665601E}" destId="{281AA0F2-0F17-4653-A25A-C8E2A6801EFB}" srcOrd="1" destOrd="0" presId="urn:microsoft.com/office/officeart/2008/layout/LinedList"/>
    <dgm:cxn modelId="{37058361-FB9C-426B-AF7C-FBF9333D0031}" type="presParOf" srcId="{9D893541-B311-4B2D-9736-7CD8BEAF44BE}" destId="{CEDDFDA8-5B21-4575-9169-8F94DDDCA847}" srcOrd="4" destOrd="0" presId="urn:microsoft.com/office/officeart/2008/layout/LinedList"/>
    <dgm:cxn modelId="{05BF0253-EBFB-4B46-89A3-F342C61D83C8}" type="presParOf" srcId="{9D893541-B311-4B2D-9736-7CD8BEAF44BE}" destId="{459FA503-C6A8-44BD-9C2F-D830AB204556}" srcOrd="5" destOrd="0" presId="urn:microsoft.com/office/officeart/2008/layout/LinedList"/>
    <dgm:cxn modelId="{925C3A8D-484F-4A94-A7CB-7ADE4E565781}" type="presParOf" srcId="{459FA503-C6A8-44BD-9C2F-D830AB204556}" destId="{0AFD15F1-89C4-40C1-A3D1-DDEC90D962F2}" srcOrd="0" destOrd="0" presId="urn:microsoft.com/office/officeart/2008/layout/LinedList"/>
    <dgm:cxn modelId="{17619DA0-643C-4CA5-AF8F-ABE51134331C}" type="presParOf" srcId="{459FA503-C6A8-44BD-9C2F-D830AB204556}" destId="{E24D96A4-9625-48C0-8F0C-7FD10944087F}" srcOrd="1" destOrd="0" presId="urn:microsoft.com/office/officeart/2008/layout/LinedList"/>
    <dgm:cxn modelId="{502FF13D-AC3A-4A0A-AF45-8D48893264CD}" type="presParOf" srcId="{9D893541-B311-4B2D-9736-7CD8BEAF44BE}" destId="{ACF851EC-05F4-4F3B-AE29-C933E2D136B3}" srcOrd="6" destOrd="0" presId="urn:microsoft.com/office/officeart/2008/layout/LinedList"/>
    <dgm:cxn modelId="{B702C833-3B22-45FA-9901-9A95226AFDA5}" type="presParOf" srcId="{9D893541-B311-4B2D-9736-7CD8BEAF44BE}" destId="{63053B1B-99FB-4720-AC34-6BE6244B0111}" srcOrd="7" destOrd="0" presId="urn:microsoft.com/office/officeart/2008/layout/LinedList"/>
    <dgm:cxn modelId="{DE882086-A0E2-45DD-9075-DB2FA03A3B28}" type="presParOf" srcId="{63053B1B-99FB-4720-AC34-6BE6244B0111}" destId="{FFA7E75A-1196-49CF-8A90-C56F4BD08996}" srcOrd="0" destOrd="0" presId="urn:microsoft.com/office/officeart/2008/layout/LinedList"/>
    <dgm:cxn modelId="{05041A86-135B-42F8-9EE8-E04CE8BCEB1A}" type="presParOf" srcId="{63053B1B-99FB-4720-AC34-6BE6244B0111}" destId="{CC8A1F4A-F2E5-411E-BA04-DB17A69B0F6A}" srcOrd="1" destOrd="0" presId="urn:microsoft.com/office/officeart/2008/layout/LinedList"/>
    <dgm:cxn modelId="{9DE201A5-3101-4489-B880-1B25951A1F7A}" type="presParOf" srcId="{9D893541-B311-4B2D-9736-7CD8BEAF44BE}" destId="{B5BEEEDE-922F-4BF3-A2CB-0E8B6EADB178}" srcOrd="8" destOrd="0" presId="urn:microsoft.com/office/officeart/2008/layout/LinedList"/>
    <dgm:cxn modelId="{FC9AB568-7B58-4F99-BA33-F1A4372438A0}" type="presParOf" srcId="{9D893541-B311-4B2D-9736-7CD8BEAF44BE}" destId="{3D2665BE-36FC-4697-BE5C-541D07AD96A2}" srcOrd="9" destOrd="0" presId="urn:microsoft.com/office/officeart/2008/layout/LinedList"/>
    <dgm:cxn modelId="{0CB05598-CFCE-41B1-B029-4F474FF0057B}" type="presParOf" srcId="{3D2665BE-36FC-4697-BE5C-541D07AD96A2}" destId="{223141B0-9C72-4D28-9BD5-99510D5F8BCF}" srcOrd="0" destOrd="0" presId="urn:microsoft.com/office/officeart/2008/layout/LinedList"/>
    <dgm:cxn modelId="{3DD7E1D9-2302-4EC7-9FB4-C430FB71A9F3}" type="presParOf" srcId="{3D2665BE-36FC-4697-BE5C-541D07AD96A2}" destId="{59DAB574-71F7-4862-BFE3-FDD489B55B0E}" srcOrd="1" destOrd="0" presId="urn:microsoft.com/office/officeart/2008/layout/LinedList"/>
    <dgm:cxn modelId="{622FB6D1-53C0-4DF4-8FCF-F60CB069E3AD}" type="presParOf" srcId="{9D893541-B311-4B2D-9736-7CD8BEAF44BE}" destId="{4823A085-AEB2-4630-859E-0026A7619DBD}" srcOrd="10" destOrd="0" presId="urn:microsoft.com/office/officeart/2008/layout/LinedList"/>
    <dgm:cxn modelId="{2FA14CAB-E816-49F1-8F69-472EA69E0237}" type="presParOf" srcId="{9D893541-B311-4B2D-9736-7CD8BEAF44BE}" destId="{0B18CE0F-2B1B-4C3C-96D4-270E84F217FB}" srcOrd="11" destOrd="0" presId="urn:microsoft.com/office/officeart/2008/layout/LinedList"/>
    <dgm:cxn modelId="{EEF64EFF-3949-47F5-BE78-363345A7651F}" type="presParOf" srcId="{0B18CE0F-2B1B-4C3C-96D4-270E84F217FB}" destId="{9A3346E5-D0F3-47E9-B76A-2E14574E7B49}" srcOrd="0" destOrd="0" presId="urn:microsoft.com/office/officeart/2008/layout/LinedList"/>
    <dgm:cxn modelId="{0DC9FBA5-9CFE-4931-B085-4C58BC88EB41}" type="presParOf" srcId="{0B18CE0F-2B1B-4C3C-96D4-270E84F217FB}" destId="{93E28500-1CE6-4A4D-9B39-AC8B16250E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4D4E00-A976-4F6A-9F72-7BF1654B9151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542723C-5DC8-4393-A5CF-F1E7D645213A}">
      <dgm:prSet custT="1"/>
      <dgm:spPr/>
      <dgm:t>
        <a:bodyPr/>
        <a:lstStyle/>
        <a:p>
          <a:r>
            <a:rPr lang="fr-FR" sz="2000" dirty="0"/>
            <a:t>Phase 1: Discussions et mise en place avec les agents de la mairie.</a:t>
          </a:r>
          <a:endParaRPr lang="en-US" sz="2000" dirty="0"/>
        </a:p>
      </dgm:t>
    </dgm:pt>
    <dgm:pt modelId="{4405B3FA-6888-4989-B687-5B435210FCC1}" type="parTrans" cxnId="{6EB191A9-DB3C-4EF6-AACA-17A8489084E1}">
      <dgm:prSet/>
      <dgm:spPr/>
      <dgm:t>
        <a:bodyPr/>
        <a:lstStyle/>
        <a:p>
          <a:endParaRPr lang="en-US"/>
        </a:p>
      </dgm:t>
    </dgm:pt>
    <dgm:pt modelId="{070F8DF2-069F-4E33-A2AA-7DE4EB04BF29}" type="sibTrans" cxnId="{6EB191A9-DB3C-4EF6-AACA-17A8489084E1}">
      <dgm:prSet/>
      <dgm:spPr/>
      <dgm:t>
        <a:bodyPr/>
        <a:lstStyle/>
        <a:p>
          <a:endParaRPr lang="en-US"/>
        </a:p>
      </dgm:t>
    </dgm:pt>
    <dgm:pt modelId="{1FA3C025-1FE6-4EEE-B7A5-48BCA19163B8}">
      <dgm:prSet custT="1"/>
      <dgm:spPr/>
      <dgm:t>
        <a:bodyPr/>
        <a:lstStyle/>
        <a:p>
          <a:r>
            <a:rPr lang="fr-FR" sz="2000" dirty="0"/>
            <a:t>Phase 2 :</a:t>
          </a:r>
        </a:p>
        <a:p>
          <a:r>
            <a:rPr lang="fr-FR" sz="2000" dirty="0"/>
            <a:t>Campagne d’information auprès de la population.</a:t>
          </a:r>
          <a:endParaRPr lang="en-US" sz="2000" dirty="0"/>
        </a:p>
      </dgm:t>
    </dgm:pt>
    <dgm:pt modelId="{FAB2F0DF-5654-4F71-A34C-EA44CCC395F0}" type="parTrans" cxnId="{29ED41F0-02E2-43F8-9E8E-5498B3F25BC4}">
      <dgm:prSet/>
      <dgm:spPr/>
      <dgm:t>
        <a:bodyPr/>
        <a:lstStyle/>
        <a:p>
          <a:endParaRPr lang="fr-FR"/>
        </a:p>
      </dgm:t>
    </dgm:pt>
    <dgm:pt modelId="{89D06B7D-AD00-43DF-9FD8-955D24E89270}" type="sibTrans" cxnId="{29ED41F0-02E2-43F8-9E8E-5498B3F25BC4}">
      <dgm:prSet/>
      <dgm:spPr/>
      <dgm:t>
        <a:bodyPr/>
        <a:lstStyle/>
        <a:p>
          <a:endParaRPr lang="fr-FR"/>
        </a:p>
      </dgm:t>
    </dgm:pt>
    <dgm:pt modelId="{62260315-5BF1-4743-97DB-D8303BF19528}">
      <dgm:prSet custT="1"/>
      <dgm:spPr/>
      <dgm:t>
        <a:bodyPr/>
        <a:lstStyle/>
        <a:p>
          <a:r>
            <a:rPr lang="fr-FR" sz="2000" b="0" i="0" u="none" dirty="0"/>
            <a:t>Phase 3 : Récapitulatif de la campagne et ajustements en rapport a l’impacte.</a:t>
          </a:r>
          <a:endParaRPr lang="en-US" sz="2000" dirty="0"/>
        </a:p>
      </dgm:t>
    </dgm:pt>
    <dgm:pt modelId="{3D9799BE-4F6F-45A0-8EF3-77B6A7A245D2}" type="parTrans" cxnId="{8F5E2252-72F4-4D06-82AB-CF70E65D01FB}">
      <dgm:prSet/>
      <dgm:spPr/>
      <dgm:t>
        <a:bodyPr/>
        <a:lstStyle/>
        <a:p>
          <a:endParaRPr lang="fr-FR"/>
        </a:p>
      </dgm:t>
    </dgm:pt>
    <dgm:pt modelId="{C35663AF-22F6-43D1-B089-FC13791E5649}" type="sibTrans" cxnId="{8F5E2252-72F4-4D06-82AB-CF70E65D01FB}">
      <dgm:prSet/>
      <dgm:spPr/>
      <dgm:t>
        <a:bodyPr/>
        <a:lstStyle/>
        <a:p>
          <a:endParaRPr lang="fr-FR"/>
        </a:p>
      </dgm:t>
    </dgm:pt>
    <dgm:pt modelId="{483D26E1-6E1C-46FB-A800-3E1C83561F4F}">
      <dgm:prSet/>
      <dgm:spPr/>
      <dgm:t>
        <a:bodyPr/>
        <a:lstStyle/>
        <a:p>
          <a:r>
            <a:rPr lang="fr-FR" b="0" i="0" u="none" dirty="0"/>
            <a:t>Phase 4 : </a:t>
          </a:r>
        </a:p>
        <a:p>
          <a:r>
            <a:rPr lang="fr-FR" b="0" i="0" u="none" dirty="0"/>
            <a:t>Retour sur le processus et maintient de la viabilité du projet.</a:t>
          </a:r>
          <a:endParaRPr lang="en-US" dirty="0"/>
        </a:p>
      </dgm:t>
    </dgm:pt>
    <dgm:pt modelId="{16EF68BC-505B-4C3C-BE8E-EFF8952B3808}" type="parTrans" cxnId="{E31537DD-0660-4F9B-89D6-374D36F72A28}">
      <dgm:prSet/>
      <dgm:spPr/>
      <dgm:t>
        <a:bodyPr/>
        <a:lstStyle/>
        <a:p>
          <a:endParaRPr lang="fr-FR"/>
        </a:p>
      </dgm:t>
    </dgm:pt>
    <dgm:pt modelId="{3EACE8F5-8D80-4206-8BCE-323BA4EFB2DC}" type="sibTrans" cxnId="{E31537DD-0660-4F9B-89D6-374D36F72A28}">
      <dgm:prSet/>
      <dgm:spPr/>
      <dgm:t>
        <a:bodyPr/>
        <a:lstStyle/>
        <a:p>
          <a:endParaRPr lang="fr-FR"/>
        </a:p>
      </dgm:t>
    </dgm:pt>
    <dgm:pt modelId="{6AAC7EF6-86B7-44DF-A783-4BE0F76BAEDF}" type="pres">
      <dgm:prSet presAssocID="{E24D4E00-A976-4F6A-9F72-7BF1654B9151}" presName="matrix" presStyleCnt="0">
        <dgm:presLayoutVars>
          <dgm:chMax val="1"/>
          <dgm:dir/>
          <dgm:resizeHandles val="exact"/>
        </dgm:presLayoutVars>
      </dgm:prSet>
      <dgm:spPr/>
    </dgm:pt>
    <dgm:pt modelId="{F83D3913-05F1-40D5-8F9E-7B630A2DC538}" type="pres">
      <dgm:prSet presAssocID="{E24D4E00-A976-4F6A-9F72-7BF1654B9151}" presName="diamond" presStyleLbl="bgShp" presStyleIdx="0" presStyleCnt="1"/>
      <dgm:spPr/>
    </dgm:pt>
    <dgm:pt modelId="{2008EBD4-F189-4C12-B676-CE0A5CA8024A}" type="pres">
      <dgm:prSet presAssocID="{E24D4E00-A976-4F6A-9F72-7BF1654B915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091FE72-49F1-4453-BDBB-79BA29D355B3}" type="pres">
      <dgm:prSet presAssocID="{E24D4E00-A976-4F6A-9F72-7BF1654B915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6684886-D621-4245-9F0D-9F64D3A26C67}" type="pres">
      <dgm:prSet presAssocID="{E24D4E00-A976-4F6A-9F72-7BF1654B915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19E2D89-75F7-485B-B471-EF5EA941A586}" type="pres">
      <dgm:prSet presAssocID="{E24D4E00-A976-4F6A-9F72-7BF1654B915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2C3BB4C-A1CC-4794-8CD9-FAAD6836F5CA}" type="presOf" srcId="{483D26E1-6E1C-46FB-A800-3E1C83561F4F}" destId="{D19E2D89-75F7-485B-B471-EF5EA941A586}" srcOrd="0" destOrd="0" presId="urn:microsoft.com/office/officeart/2005/8/layout/matrix3"/>
    <dgm:cxn modelId="{1BD14650-83CF-4E55-A37B-EE299D8BBE09}" type="presOf" srcId="{62260315-5BF1-4743-97DB-D8303BF19528}" destId="{B6684886-D621-4245-9F0D-9F64D3A26C67}" srcOrd="0" destOrd="0" presId="urn:microsoft.com/office/officeart/2005/8/layout/matrix3"/>
    <dgm:cxn modelId="{8F5E2252-72F4-4D06-82AB-CF70E65D01FB}" srcId="{E24D4E00-A976-4F6A-9F72-7BF1654B9151}" destId="{62260315-5BF1-4743-97DB-D8303BF19528}" srcOrd="2" destOrd="0" parTransId="{3D9799BE-4F6F-45A0-8EF3-77B6A7A245D2}" sibTransId="{C35663AF-22F6-43D1-B089-FC13791E5649}"/>
    <dgm:cxn modelId="{AE323173-D160-4B37-86F1-DD828459CBAB}" type="presOf" srcId="{1FA3C025-1FE6-4EEE-B7A5-48BCA19163B8}" destId="{4091FE72-49F1-4453-BDBB-79BA29D355B3}" srcOrd="0" destOrd="0" presId="urn:microsoft.com/office/officeart/2005/8/layout/matrix3"/>
    <dgm:cxn modelId="{07EA898F-E71B-474F-A0B4-87EC364221E2}" type="presOf" srcId="{E24D4E00-A976-4F6A-9F72-7BF1654B9151}" destId="{6AAC7EF6-86B7-44DF-A783-4BE0F76BAEDF}" srcOrd="0" destOrd="0" presId="urn:microsoft.com/office/officeart/2005/8/layout/matrix3"/>
    <dgm:cxn modelId="{3B52D193-DF17-44AB-A610-6CDCAB09E405}" type="presOf" srcId="{F542723C-5DC8-4393-A5CF-F1E7D645213A}" destId="{2008EBD4-F189-4C12-B676-CE0A5CA8024A}" srcOrd="0" destOrd="0" presId="urn:microsoft.com/office/officeart/2005/8/layout/matrix3"/>
    <dgm:cxn modelId="{6EB191A9-DB3C-4EF6-AACA-17A8489084E1}" srcId="{E24D4E00-A976-4F6A-9F72-7BF1654B9151}" destId="{F542723C-5DC8-4393-A5CF-F1E7D645213A}" srcOrd="0" destOrd="0" parTransId="{4405B3FA-6888-4989-B687-5B435210FCC1}" sibTransId="{070F8DF2-069F-4E33-A2AA-7DE4EB04BF29}"/>
    <dgm:cxn modelId="{E31537DD-0660-4F9B-89D6-374D36F72A28}" srcId="{E24D4E00-A976-4F6A-9F72-7BF1654B9151}" destId="{483D26E1-6E1C-46FB-A800-3E1C83561F4F}" srcOrd="3" destOrd="0" parTransId="{16EF68BC-505B-4C3C-BE8E-EFF8952B3808}" sibTransId="{3EACE8F5-8D80-4206-8BCE-323BA4EFB2DC}"/>
    <dgm:cxn modelId="{29ED41F0-02E2-43F8-9E8E-5498B3F25BC4}" srcId="{E24D4E00-A976-4F6A-9F72-7BF1654B9151}" destId="{1FA3C025-1FE6-4EEE-B7A5-48BCA19163B8}" srcOrd="1" destOrd="0" parTransId="{FAB2F0DF-5654-4F71-A34C-EA44CCC395F0}" sibTransId="{89D06B7D-AD00-43DF-9FD8-955D24E89270}"/>
    <dgm:cxn modelId="{556EF900-98A2-403A-913E-AD7B815187DB}" type="presParOf" srcId="{6AAC7EF6-86B7-44DF-A783-4BE0F76BAEDF}" destId="{F83D3913-05F1-40D5-8F9E-7B630A2DC538}" srcOrd="0" destOrd="0" presId="urn:microsoft.com/office/officeart/2005/8/layout/matrix3"/>
    <dgm:cxn modelId="{0BDAB1DB-E7C0-446E-8C0E-A45AE9D5E36D}" type="presParOf" srcId="{6AAC7EF6-86B7-44DF-A783-4BE0F76BAEDF}" destId="{2008EBD4-F189-4C12-B676-CE0A5CA8024A}" srcOrd="1" destOrd="0" presId="urn:microsoft.com/office/officeart/2005/8/layout/matrix3"/>
    <dgm:cxn modelId="{3364302C-BCA4-4703-95B6-F77CBE5D9522}" type="presParOf" srcId="{6AAC7EF6-86B7-44DF-A783-4BE0F76BAEDF}" destId="{4091FE72-49F1-4453-BDBB-79BA29D355B3}" srcOrd="2" destOrd="0" presId="urn:microsoft.com/office/officeart/2005/8/layout/matrix3"/>
    <dgm:cxn modelId="{C9575FA2-9106-4A0F-9E68-3658AC6C3EA6}" type="presParOf" srcId="{6AAC7EF6-86B7-44DF-A783-4BE0F76BAEDF}" destId="{B6684886-D621-4245-9F0D-9F64D3A26C67}" srcOrd="3" destOrd="0" presId="urn:microsoft.com/office/officeart/2005/8/layout/matrix3"/>
    <dgm:cxn modelId="{33CF0A76-E6D7-4968-A5FD-115336150FE4}" type="presParOf" srcId="{6AAC7EF6-86B7-44DF-A783-4BE0F76BAEDF}" destId="{D19E2D89-75F7-485B-B471-EF5EA941A58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942ACB-51CB-4918-A4DB-C89BAF4C733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D02AF25-E1B0-4AEE-974E-6E0F2F515550}">
      <dgm:prSet/>
      <dgm:spPr/>
      <dgm:t>
        <a:bodyPr/>
        <a:lstStyle/>
        <a:p>
          <a:pPr>
            <a:defRPr cap="all"/>
          </a:pPr>
          <a:r>
            <a:rPr lang="fr-FR"/>
            <a:t>Des mesures seront mise en place pour améliorer la propreté de la ville</a:t>
          </a:r>
          <a:endParaRPr lang="en-US"/>
        </a:p>
      </dgm:t>
    </dgm:pt>
    <dgm:pt modelId="{31EE8F70-3976-4B78-8335-54E06B7C5248}" type="parTrans" cxnId="{259E2719-A934-4666-AB4B-D9D69D712CDE}">
      <dgm:prSet/>
      <dgm:spPr/>
      <dgm:t>
        <a:bodyPr/>
        <a:lstStyle/>
        <a:p>
          <a:endParaRPr lang="en-US"/>
        </a:p>
      </dgm:t>
    </dgm:pt>
    <dgm:pt modelId="{F91E3A8E-9B09-4ADF-9B1A-DA294AA45CDE}" type="sibTrans" cxnId="{259E2719-A934-4666-AB4B-D9D69D712CDE}">
      <dgm:prSet/>
      <dgm:spPr/>
      <dgm:t>
        <a:bodyPr/>
        <a:lstStyle/>
        <a:p>
          <a:endParaRPr lang="en-US"/>
        </a:p>
      </dgm:t>
    </dgm:pt>
    <dgm:pt modelId="{9C46F589-78CD-4596-80C8-29E8D88A8C02}">
      <dgm:prSet/>
      <dgm:spPr/>
      <dgm:t>
        <a:bodyPr/>
        <a:lstStyle/>
        <a:p>
          <a:pPr>
            <a:defRPr cap="all"/>
          </a:pPr>
          <a:r>
            <a:rPr lang="fr-FR" dirty="0"/>
            <a:t>Ces mesures sont dû à une constatation globale de la saleté de la ville</a:t>
          </a:r>
          <a:endParaRPr lang="en-US" dirty="0"/>
        </a:p>
      </dgm:t>
    </dgm:pt>
    <dgm:pt modelId="{68FED0CE-D13D-4D7A-9B2F-632D2356B481}" type="parTrans" cxnId="{30BEA8A0-179E-46AE-B0D6-2CC1E9D2702B}">
      <dgm:prSet/>
      <dgm:spPr/>
      <dgm:t>
        <a:bodyPr/>
        <a:lstStyle/>
        <a:p>
          <a:endParaRPr lang="en-US"/>
        </a:p>
      </dgm:t>
    </dgm:pt>
    <dgm:pt modelId="{842B2384-8170-4D35-A8BE-A17281AC0B63}" type="sibTrans" cxnId="{30BEA8A0-179E-46AE-B0D6-2CC1E9D2702B}">
      <dgm:prSet/>
      <dgm:spPr/>
      <dgm:t>
        <a:bodyPr/>
        <a:lstStyle/>
        <a:p>
          <a:endParaRPr lang="en-US"/>
        </a:p>
      </dgm:t>
    </dgm:pt>
    <dgm:pt modelId="{6BFE45CB-7DE1-49FE-874A-F041B838F4F0}">
      <dgm:prSet/>
      <dgm:spPr/>
      <dgm:t>
        <a:bodyPr/>
        <a:lstStyle/>
        <a:p>
          <a:pPr>
            <a:defRPr cap="all"/>
          </a:pPr>
          <a:r>
            <a:rPr lang="fr-FR"/>
            <a:t>Ces changements concerne tout les citoyens de Gotham city</a:t>
          </a:r>
          <a:endParaRPr lang="en-US"/>
        </a:p>
      </dgm:t>
    </dgm:pt>
    <dgm:pt modelId="{436DEE92-A7DF-4C21-AB22-F75CA8BE8785}" type="parTrans" cxnId="{8A5D38C5-139C-49B5-B80C-DB75EF0F0450}">
      <dgm:prSet/>
      <dgm:spPr/>
      <dgm:t>
        <a:bodyPr/>
        <a:lstStyle/>
        <a:p>
          <a:endParaRPr lang="en-US"/>
        </a:p>
      </dgm:t>
    </dgm:pt>
    <dgm:pt modelId="{48AE693D-EF5B-422B-9B86-2223C247DF2D}" type="sibTrans" cxnId="{8A5D38C5-139C-49B5-B80C-DB75EF0F0450}">
      <dgm:prSet/>
      <dgm:spPr/>
      <dgm:t>
        <a:bodyPr/>
        <a:lstStyle/>
        <a:p>
          <a:endParaRPr lang="en-US"/>
        </a:p>
      </dgm:t>
    </dgm:pt>
    <dgm:pt modelId="{28A90F9E-0D9B-47D9-97A5-04FE3BD899C5}">
      <dgm:prSet/>
      <dgm:spPr/>
      <dgm:t>
        <a:bodyPr/>
        <a:lstStyle/>
        <a:p>
          <a:pPr>
            <a:defRPr cap="all"/>
          </a:pPr>
          <a:r>
            <a:rPr lang="fr-FR" dirty="0"/>
            <a:t>Les changements auront lieu très rapidement et sur le long terme</a:t>
          </a:r>
          <a:endParaRPr lang="en-US" dirty="0"/>
        </a:p>
      </dgm:t>
    </dgm:pt>
    <dgm:pt modelId="{3779A81F-49AD-4C22-9295-F356B4529939}" type="parTrans" cxnId="{DEFA0EFC-9E44-4DB1-B68B-434DA5D452EA}">
      <dgm:prSet/>
      <dgm:spPr/>
      <dgm:t>
        <a:bodyPr/>
        <a:lstStyle/>
        <a:p>
          <a:endParaRPr lang="en-US"/>
        </a:p>
      </dgm:t>
    </dgm:pt>
    <dgm:pt modelId="{AB69711A-6CD3-476B-B69C-19A499058BB3}" type="sibTrans" cxnId="{DEFA0EFC-9E44-4DB1-B68B-434DA5D452EA}">
      <dgm:prSet/>
      <dgm:spPr/>
      <dgm:t>
        <a:bodyPr/>
        <a:lstStyle/>
        <a:p>
          <a:endParaRPr lang="en-US"/>
        </a:p>
      </dgm:t>
    </dgm:pt>
    <dgm:pt modelId="{23F39CB1-5A5D-4970-B1F1-7C6C4FA09A38}" type="pres">
      <dgm:prSet presAssocID="{5F942ACB-51CB-4918-A4DB-C89BAF4C733C}" presName="root" presStyleCnt="0">
        <dgm:presLayoutVars>
          <dgm:dir/>
          <dgm:resizeHandles val="exact"/>
        </dgm:presLayoutVars>
      </dgm:prSet>
      <dgm:spPr/>
    </dgm:pt>
    <dgm:pt modelId="{50C5644F-1974-4BBD-BBDE-5FB4C8735336}" type="pres">
      <dgm:prSet presAssocID="{CD02AF25-E1B0-4AEE-974E-6E0F2F515550}" presName="compNode" presStyleCnt="0"/>
      <dgm:spPr/>
    </dgm:pt>
    <dgm:pt modelId="{3BDAE110-F31F-4FC0-992F-FFEAE576DC51}" type="pres">
      <dgm:prSet presAssocID="{CD02AF25-E1B0-4AEE-974E-6E0F2F515550}" presName="iconBgRect" presStyleLbl="bgShp" presStyleIdx="0" presStyleCnt="4"/>
      <dgm:spPr/>
    </dgm:pt>
    <dgm:pt modelId="{8A1ECBF8-D0ED-46FF-9678-A865FA168DFE}" type="pres">
      <dgm:prSet presAssocID="{CD02AF25-E1B0-4AEE-974E-6E0F2F51555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lle"/>
        </a:ext>
      </dgm:extLst>
    </dgm:pt>
    <dgm:pt modelId="{DB7129F7-4BF3-4F1A-B25A-3B688F27BF44}" type="pres">
      <dgm:prSet presAssocID="{CD02AF25-E1B0-4AEE-974E-6E0F2F515550}" presName="spaceRect" presStyleCnt="0"/>
      <dgm:spPr/>
    </dgm:pt>
    <dgm:pt modelId="{24EF7B1E-E18E-417A-9F22-593663E6C189}" type="pres">
      <dgm:prSet presAssocID="{CD02AF25-E1B0-4AEE-974E-6E0F2F515550}" presName="textRect" presStyleLbl="revTx" presStyleIdx="0" presStyleCnt="4">
        <dgm:presLayoutVars>
          <dgm:chMax val="1"/>
          <dgm:chPref val="1"/>
        </dgm:presLayoutVars>
      </dgm:prSet>
      <dgm:spPr/>
    </dgm:pt>
    <dgm:pt modelId="{C0BA6431-079F-4782-9EDA-D2B93B8111B1}" type="pres">
      <dgm:prSet presAssocID="{F91E3A8E-9B09-4ADF-9B1A-DA294AA45CDE}" presName="sibTrans" presStyleCnt="0"/>
      <dgm:spPr/>
    </dgm:pt>
    <dgm:pt modelId="{F9036EAB-9217-4A6F-B3EB-B7EB93455768}" type="pres">
      <dgm:prSet presAssocID="{9C46F589-78CD-4596-80C8-29E8D88A8C02}" presName="compNode" presStyleCnt="0"/>
      <dgm:spPr/>
    </dgm:pt>
    <dgm:pt modelId="{91B7752A-358C-420B-B91A-034193AC9CC3}" type="pres">
      <dgm:prSet presAssocID="{9C46F589-78CD-4596-80C8-29E8D88A8C02}" presName="iconBgRect" presStyleLbl="bgShp" presStyleIdx="1" presStyleCnt="4"/>
      <dgm:spPr/>
    </dgm:pt>
    <dgm:pt modelId="{5D7F322B-6E0D-40B8-AC53-33B69AFDED8F}" type="pres">
      <dgm:prSet presAssocID="{9C46F589-78CD-4596-80C8-29E8D88A8C0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ère"/>
        </a:ext>
      </dgm:extLst>
    </dgm:pt>
    <dgm:pt modelId="{894AC14D-1133-4C23-8509-6336B342789D}" type="pres">
      <dgm:prSet presAssocID="{9C46F589-78CD-4596-80C8-29E8D88A8C02}" presName="spaceRect" presStyleCnt="0"/>
      <dgm:spPr/>
    </dgm:pt>
    <dgm:pt modelId="{A5901030-6609-4CC1-ACCE-D79C61146404}" type="pres">
      <dgm:prSet presAssocID="{9C46F589-78CD-4596-80C8-29E8D88A8C02}" presName="textRect" presStyleLbl="revTx" presStyleIdx="1" presStyleCnt="4">
        <dgm:presLayoutVars>
          <dgm:chMax val="1"/>
          <dgm:chPref val="1"/>
        </dgm:presLayoutVars>
      </dgm:prSet>
      <dgm:spPr/>
    </dgm:pt>
    <dgm:pt modelId="{8C7B0296-2C14-41DE-B6CE-7C3C7AEC5B2D}" type="pres">
      <dgm:prSet presAssocID="{842B2384-8170-4D35-A8BE-A17281AC0B63}" presName="sibTrans" presStyleCnt="0"/>
      <dgm:spPr/>
    </dgm:pt>
    <dgm:pt modelId="{FB6C3EE8-A33E-4C6F-854F-8805ADC37CE4}" type="pres">
      <dgm:prSet presAssocID="{6BFE45CB-7DE1-49FE-874A-F041B838F4F0}" presName="compNode" presStyleCnt="0"/>
      <dgm:spPr/>
    </dgm:pt>
    <dgm:pt modelId="{D9B18701-4283-4985-8DA0-448134402D5C}" type="pres">
      <dgm:prSet presAssocID="{6BFE45CB-7DE1-49FE-874A-F041B838F4F0}" presName="iconBgRect" presStyleLbl="bgShp" presStyleIdx="2" presStyleCnt="4"/>
      <dgm:spPr/>
    </dgm:pt>
    <dgm:pt modelId="{6923A74F-BC3C-4AF1-9B12-A1FD0BFB3B17}" type="pres">
      <dgm:prSet presAssocID="{6BFE45CB-7DE1-49FE-874A-F041B838F4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e"/>
        </a:ext>
      </dgm:extLst>
    </dgm:pt>
    <dgm:pt modelId="{8D06CA98-F31E-428D-8D06-2454151182A7}" type="pres">
      <dgm:prSet presAssocID="{6BFE45CB-7DE1-49FE-874A-F041B838F4F0}" presName="spaceRect" presStyleCnt="0"/>
      <dgm:spPr/>
    </dgm:pt>
    <dgm:pt modelId="{234985C5-7679-4BAC-93C2-216A94E29D54}" type="pres">
      <dgm:prSet presAssocID="{6BFE45CB-7DE1-49FE-874A-F041B838F4F0}" presName="textRect" presStyleLbl="revTx" presStyleIdx="2" presStyleCnt="4">
        <dgm:presLayoutVars>
          <dgm:chMax val="1"/>
          <dgm:chPref val="1"/>
        </dgm:presLayoutVars>
      </dgm:prSet>
      <dgm:spPr/>
    </dgm:pt>
    <dgm:pt modelId="{14202E17-A488-4419-95B0-2CB8E4C403BA}" type="pres">
      <dgm:prSet presAssocID="{48AE693D-EF5B-422B-9B86-2223C247DF2D}" presName="sibTrans" presStyleCnt="0"/>
      <dgm:spPr/>
    </dgm:pt>
    <dgm:pt modelId="{C89BC1FE-6D62-4BB7-AC04-C5BBD9E51713}" type="pres">
      <dgm:prSet presAssocID="{28A90F9E-0D9B-47D9-97A5-04FE3BD899C5}" presName="compNode" presStyleCnt="0"/>
      <dgm:spPr/>
    </dgm:pt>
    <dgm:pt modelId="{482C05AC-8681-4B8C-B108-5B1A9BB368B0}" type="pres">
      <dgm:prSet presAssocID="{28A90F9E-0D9B-47D9-97A5-04FE3BD899C5}" presName="iconBgRect" presStyleLbl="bgShp" presStyleIdx="3" presStyleCnt="4"/>
      <dgm:spPr/>
    </dgm:pt>
    <dgm:pt modelId="{45E9250D-A874-4FCB-B4B3-C656DE75F06E}" type="pres">
      <dgm:prSet presAssocID="{28A90F9E-0D9B-47D9-97A5-04FE3BD899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397909B6-E933-45AB-B06E-739E8161DE0F}" type="pres">
      <dgm:prSet presAssocID="{28A90F9E-0D9B-47D9-97A5-04FE3BD899C5}" presName="spaceRect" presStyleCnt="0"/>
      <dgm:spPr/>
    </dgm:pt>
    <dgm:pt modelId="{7AE424C9-51A5-4EE8-A466-E0B7A03FA6F5}" type="pres">
      <dgm:prSet presAssocID="{28A90F9E-0D9B-47D9-97A5-04FE3BD899C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9E2719-A934-4666-AB4B-D9D69D712CDE}" srcId="{5F942ACB-51CB-4918-A4DB-C89BAF4C733C}" destId="{CD02AF25-E1B0-4AEE-974E-6E0F2F515550}" srcOrd="0" destOrd="0" parTransId="{31EE8F70-3976-4B78-8335-54E06B7C5248}" sibTransId="{F91E3A8E-9B09-4ADF-9B1A-DA294AA45CDE}"/>
    <dgm:cxn modelId="{B342191E-D58E-4BE8-A3CA-6293A78D606A}" type="presOf" srcId="{28A90F9E-0D9B-47D9-97A5-04FE3BD899C5}" destId="{7AE424C9-51A5-4EE8-A466-E0B7A03FA6F5}" srcOrd="0" destOrd="0" presId="urn:microsoft.com/office/officeart/2018/5/layout/IconCircleLabelList"/>
    <dgm:cxn modelId="{EBEDED88-031E-4F86-9F4B-29934764191E}" type="presOf" srcId="{CD02AF25-E1B0-4AEE-974E-6E0F2F515550}" destId="{24EF7B1E-E18E-417A-9F22-593663E6C189}" srcOrd="0" destOrd="0" presId="urn:microsoft.com/office/officeart/2018/5/layout/IconCircleLabelList"/>
    <dgm:cxn modelId="{D3DAE699-0357-4822-B45A-217E2CC714E8}" type="presOf" srcId="{5F942ACB-51CB-4918-A4DB-C89BAF4C733C}" destId="{23F39CB1-5A5D-4970-B1F1-7C6C4FA09A38}" srcOrd="0" destOrd="0" presId="urn:microsoft.com/office/officeart/2018/5/layout/IconCircleLabelList"/>
    <dgm:cxn modelId="{30BEA8A0-179E-46AE-B0D6-2CC1E9D2702B}" srcId="{5F942ACB-51CB-4918-A4DB-C89BAF4C733C}" destId="{9C46F589-78CD-4596-80C8-29E8D88A8C02}" srcOrd="1" destOrd="0" parTransId="{68FED0CE-D13D-4D7A-9B2F-632D2356B481}" sibTransId="{842B2384-8170-4D35-A8BE-A17281AC0B63}"/>
    <dgm:cxn modelId="{F66E99AC-C723-4BF0-9A24-273B41DD02F6}" type="presOf" srcId="{6BFE45CB-7DE1-49FE-874A-F041B838F4F0}" destId="{234985C5-7679-4BAC-93C2-216A94E29D54}" srcOrd="0" destOrd="0" presId="urn:microsoft.com/office/officeart/2018/5/layout/IconCircleLabelList"/>
    <dgm:cxn modelId="{8A5D38C5-139C-49B5-B80C-DB75EF0F0450}" srcId="{5F942ACB-51CB-4918-A4DB-C89BAF4C733C}" destId="{6BFE45CB-7DE1-49FE-874A-F041B838F4F0}" srcOrd="2" destOrd="0" parTransId="{436DEE92-A7DF-4C21-AB22-F75CA8BE8785}" sibTransId="{48AE693D-EF5B-422B-9B86-2223C247DF2D}"/>
    <dgm:cxn modelId="{AEED4BCC-57FF-44A0-A3FE-897426DCD347}" type="presOf" srcId="{9C46F589-78CD-4596-80C8-29E8D88A8C02}" destId="{A5901030-6609-4CC1-ACCE-D79C61146404}" srcOrd="0" destOrd="0" presId="urn:microsoft.com/office/officeart/2018/5/layout/IconCircleLabelList"/>
    <dgm:cxn modelId="{DEFA0EFC-9E44-4DB1-B68B-434DA5D452EA}" srcId="{5F942ACB-51CB-4918-A4DB-C89BAF4C733C}" destId="{28A90F9E-0D9B-47D9-97A5-04FE3BD899C5}" srcOrd="3" destOrd="0" parTransId="{3779A81F-49AD-4C22-9295-F356B4529939}" sibTransId="{AB69711A-6CD3-476B-B69C-19A499058BB3}"/>
    <dgm:cxn modelId="{9EDD5566-55AD-413E-ADE1-FF55437338F9}" type="presParOf" srcId="{23F39CB1-5A5D-4970-B1F1-7C6C4FA09A38}" destId="{50C5644F-1974-4BBD-BBDE-5FB4C8735336}" srcOrd="0" destOrd="0" presId="urn:microsoft.com/office/officeart/2018/5/layout/IconCircleLabelList"/>
    <dgm:cxn modelId="{64F7B3BF-DF9B-4946-A470-067CE7DEC3C2}" type="presParOf" srcId="{50C5644F-1974-4BBD-BBDE-5FB4C8735336}" destId="{3BDAE110-F31F-4FC0-992F-FFEAE576DC51}" srcOrd="0" destOrd="0" presId="urn:microsoft.com/office/officeart/2018/5/layout/IconCircleLabelList"/>
    <dgm:cxn modelId="{38F561EA-1612-43FB-91F0-372DEC9DB0E4}" type="presParOf" srcId="{50C5644F-1974-4BBD-BBDE-5FB4C8735336}" destId="{8A1ECBF8-D0ED-46FF-9678-A865FA168DFE}" srcOrd="1" destOrd="0" presId="urn:microsoft.com/office/officeart/2018/5/layout/IconCircleLabelList"/>
    <dgm:cxn modelId="{BBCA763C-750C-412B-8063-FB5E50698C80}" type="presParOf" srcId="{50C5644F-1974-4BBD-BBDE-5FB4C8735336}" destId="{DB7129F7-4BF3-4F1A-B25A-3B688F27BF44}" srcOrd="2" destOrd="0" presId="urn:microsoft.com/office/officeart/2018/5/layout/IconCircleLabelList"/>
    <dgm:cxn modelId="{A6B49513-3BE0-4B8A-8606-369FA473A36C}" type="presParOf" srcId="{50C5644F-1974-4BBD-BBDE-5FB4C8735336}" destId="{24EF7B1E-E18E-417A-9F22-593663E6C189}" srcOrd="3" destOrd="0" presId="urn:microsoft.com/office/officeart/2018/5/layout/IconCircleLabelList"/>
    <dgm:cxn modelId="{0CA2EEF7-044F-4D9D-902D-AEECA7671588}" type="presParOf" srcId="{23F39CB1-5A5D-4970-B1F1-7C6C4FA09A38}" destId="{C0BA6431-079F-4782-9EDA-D2B93B8111B1}" srcOrd="1" destOrd="0" presId="urn:microsoft.com/office/officeart/2018/5/layout/IconCircleLabelList"/>
    <dgm:cxn modelId="{3C101A9A-4D76-487F-B96A-8C24ECC2E78A}" type="presParOf" srcId="{23F39CB1-5A5D-4970-B1F1-7C6C4FA09A38}" destId="{F9036EAB-9217-4A6F-B3EB-B7EB93455768}" srcOrd="2" destOrd="0" presId="urn:microsoft.com/office/officeart/2018/5/layout/IconCircleLabelList"/>
    <dgm:cxn modelId="{C0E6F642-ACD5-4BA5-878E-DF390D1E5A4A}" type="presParOf" srcId="{F9036EAB-9217-4A6F-B3EB-B7EB93455768}" destId="{91B7752A-358C-420B-B91A-034193AC9CC3}" srcOrd="0" destOrd="0" presId="urn:microsoft.com/office/officeart/2018/5/layout/IconCircleLabelList"/>
    <dgm:cxn modelId="{6E1D5A7E-3093-4740-B849-AD53608402C8}" type="presParOf" srcId="{F9036EAB-9217-4A6F-B3EB-B7EB93455768}" destId="{5D7F322B-6E0D-40B8-AC53-33B69AFDED8F}" srcOrd="1" destOrd="0" presId="urn:microsoft.com/office/officeart/2018/5/layout/IconCircleLabelList"/>
    <dgm:cxn modelId="{B855D341-57F7-42FF-B4A2-1F601A25CAC2}" type="presParOf" srcId="{F9036EAB-9217-4A6F-B3EB-B7EB93455768}" destId="{894AC14D-1133-4C23-8509-6336B342789D}" srcOrd="2" destOrd="0" presId="urn:microsoft.com/office/officeart/2018/5/layout/IconCircleLabelList"/>
    <dgm:cxn modelId="{0053D080-B297-4763-AC56-63E4616DD176}" type="presParOf" srcId="{F9036EAB-9217-4A6F-B3EB-B7EB93455768}" destId="{A5901030-6609-4CC1-ACCE-D79C61146404}" srcOrd="3" destOrd="0" presId="urn:microsoft.com/office/officeart/2018/5/layout/IconCircleLabelList"/>
    <dgm:cxn modelId="{80BB4856-8C80-49E5-B57C-420F7C35E432}" type="presParOf" srcId="{23F39CB1-5A5D-4970-B1F1-7C6C4FA09A38}" destId="{8C7B0296-2C14-41DE-B6CE-7C3C7AEC5B2D}" srcOrd="3" destOrd="0" presId="urn:microsoft.com/office/officeart/2018/5/layout/IconCircleLabelList"/>
    <dgm:cxn modelId="{E49BEFEC-8E47-40A9-A16E-D9946BB7736A}" type="presParOf" srcId="{23F39CB1-5A5D-4970-B1F1-7C6C4FA09A38}" destId="{FB6C3EE8-A33E-4C6F-854F-8805ADC37CE4}" srcOrd="4" destOrd="0" presId="urn:microsoft.com/office/officeart/2018/5/layout/IconCircleLabelList"/>
    <dgm:cxn modelId="{CED78586-C030-4786-9CD3-FE87EA9FDC3C}" type="presParOf" srcId="{FB6C3EE8-A33E-4C6F-854F-8805ADC37CE4}" destId="{D9B18701-4283-4985-8DA0-448134402D5C}" srcOrd="0" destOrd="0" presId="urn:microsoft.com/office/officeart/2018/5/layout/IconCircleLabelList"/>
    <dgm:cxn modelId="{B806E403-CF41-4D31-BDAB-6A9ACC221BC7}" type="presParOf" srcId="{FB6C3EE8-A33E-4C6F-854F-8805ADC37CE4}" destId="{6923A74F-BC3C-4AF1-9B12-A1FD0BFB3B17}" srcOrd="1" destOrd="0" presId="urn:microsoft.com/office/officeart/2018/5/layout/IconCircleLabelList"/>
    <dgm:cxn modelId="{F17658B4-0CA2-4FEA-BD0E-8A436352A7A8}" type="presParOf" srcId="{FB6C3EE8-A33E-4C6F-854F-8805ADC37CE4}" destId="{8D06CA98-F31E-428D-8D06-2454151182A7}" srcOrd="2" destOrd="0" presId="urn:microsoft.com/office/officeart/2018/5/layout/IconCircleLabelList"/>
    <dgm:cxn modelId="{694D0EAD-6BE8-4C0E-8DDE-A1DCEAFB0D35}" type="presParOf" srcId="{FB6C3EE8-A33E-4C6F-854F-8805ADC37CE4}" destId="{234985C5-7679-4BAC-93C2-216A94E29D54}" srcOrd="3" destOrd="0" presId="urn:microsoft.com/office/officeart/2018/5/layout/IconCircleLabelList"/>
    <dgm:cxn modelId="{9648FF9D-A50A-4DEC-9625-F56A55A9EA75}" type="presParOf" srcId="{23F39CB1-5A5D-4970-B1F1-7C6C4FA09A38}" destId="{14202E17-A488-4419-95B0-2CB8E4C403BA}" srcOrd="5" destOrd="0" presId="urn:microsoft.com/office/officeart/2018/5/layout/IconCircleLabelList"/>
    <dgm:cxn modelId="{570DD8D4-9FC2-428C-B3B2-4015001356EA}" type="presParOf" srcId="{23F39CB1-5A5D-4970-B1F1-7C6C4FA09A38}" destId="{C89BC1FE-6D62-4BB7-AC04-C5BBD9E51713}" srcOrd="6" destOrd="0" presId="urn:microsoft.com/office/officeart/2018/5/layout/IconCircleLabelList"/>
    <dgm:cxn modelId="{E879C98C-CD5D-4A9B-A92F-2D82BF846342}" type="presParOf" srcId="{C89BC1FE-6D62-4BB7-AC04-C5BBD9E51713}" destId="{482C05AC-8681-4B8C-B108-5B1A9BB368B0}" srcOrd="0" destOrd="0" presId="urn:microsoft.com/office/officeart/2018/5/layout/IconCircleLabelList"/>
    <dgm:cxn modelId="{268C5981-C6FE-4C36-9090-3697F4C181F1}" type="presParOf" srcId="{C89BC1FE-6D62-4BB7-AC04-C5BBD9E51713}" destId="{45E9250D-A874-4FCB-B4B3-C656DE75F06E}" srcOrd="1" destOrd="0" presId="urn:microsoft.com/office/officeart/2018/5/layout/IconCircleLabelList"/>
    <dgm:cxn modelId="{74627ACC-3CFB-475D-A6AC-8A27C4A20701}" type="presParOf" srcId="{C89BC1FE-6D62-4BB7-AC04-C5BBD9E51713}" destId="{397909B6-E933-45AB-B06E-739E8161DE0F}" srcOrd="2" destOrd="0" presId="urn:microsoft.com/office/officeart/2018/5/layout/IconCircleLabelList"/>
    <dgm:cxn modelId="{235E3752-F279-42AB-9926-15252AFB7729}" type="presParOf" srcId="{C89BC1FE-6D62-4BB7-AC04-C5BBD9E51713}" destId="{7AE424C9-51A5-4EE8-A466-E0B7A03FA6F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76A76-3DEC-42BA-A0E8-F3E4D36FCAC6}">
      <dsp:nvSpPr>
        <dsp:cNvPr id="0" name=""/>
        <dsp:cNvSpPr/>
      </dsp:nvSpPr>
      <dsp:spPr>
        <a:xfrm>
          <a:off x="0" y="1422"/>
          <a:ext cx="415803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BA970-1200-47E1-A592-6CA635AC5CCD}">
      <dsp:nvSpPr>
        <dsp:cNvPr id="0" name=""/>
        <dsp:cNvSpPr/>
      </dsp:nvSpPr>
      <dsp:spPr>
        <a:xfrm>
          <a:off x="0" y="1422"/>
          <a:ext cx="4158031" cy="48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Quels changements ?</a:t>
          </a:r>
          <a:endParaRPr lang="en-US" sz="2100" kern="1200" dirty="0"/>
        </a:p>
      </dsp:txBody>
      <dsp:txXfrm>
        <a:off x="0" y="1422"/>
        <a:ext cx="4158031" cy="485171"/>
      </dsp:txXfrm>
    </dsp:sp>
    <dsp:sp modelId="{80884361-4743-4ECA-9C0D-1C436944030B}">
      <dsp:nvSpPr>
        <dsp:cNvPr id="0" name=""/>
        <dsp:cNvSpPr/>
      </dsp:nvSpPr>
      <dsp:spPr>
        <a:xfrm>
          <a:off x="0" y="486593"/>
          <a:ext cx="4158031" cy="0"/>
        </a:xfrm>
        <a:prstGeom prst="line">
          <a:avLst/>
        </a:prstGeom>
        <a:solidFill>
          <a:schemeClr val="accent2">
            <a:hueOff val="760681"/>
            <a:satOff val="-15302"/>
            <a:lumOff val="-5490"/>
            <a:alphaOff val="0"/>
          </a:schemeClr>
        </a:solidFill>
        <a:ln w="12700" cap="flat" cmpd="sng" algn="ctr">
          <a:solidFill>
            <a:schemeClr val="accent2">
              <a:hueOff val="760681"/>
              <a:satOff val="-15302"/>
              <a:lumOff val="-5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CF83E-03E0-456B-A5EB-44EBC1741918}">
      <dsp:nvSpPr>
        <dsp:cNvPr id="0" name=""/>
        <dsp:cNvSpPr/>
      </dsp:nvSpPr>
      <dsp:spPr>
        <a:xfrm>
          <a:off x="0" y="486593"/>
          <a:ext cx="4158031" cy="48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Pourquoi ce changement ?</a:t>
          </a:r>
          <a:endParaRPr lang="en-US" sz="2100" kern="1200"/>
        </a:p>
      </dsp:txBody>
      <dsp:txXfrm>
        <a:off x="0" y="486593"/>
        <a:ext cx="4158031" cy="485171"/>
      </dsp:txXfrm>
    </dsp:sp>
    <dsp:sp modelId="{CEDDFDA8-5B21-4575-9169-8F94DDDCA847}">
      <dsp:nvSpPr>
        <dsp:cNvPr id="0" name=""/>
        <dsp:cNvSpPr/>
      </dsp:nvSpPr>
      <dsp:spPr>
        <a:xfrm>
          <a:off x="0" y="971764"/>
          <a:ext cx="4158031" cy="0"/>
        </a:xfrm>
        <a:prstGeom prst="line">
          <a:avLst/>
        </a:prstGeom>
        <a:solidFill>
          <a:schemeClr val="accent2">
            <a:hueOff val="1521362"/>
            <a:satOff val="-30604"/>
            <a:lumOff val="-10980"/>
            <a:alphaOff val="0"/>
          </a:schemeClr>
        </a:solidFill>
        <a:ln w="12700" cap="flat" cmpd="sng" algn="ctr">
          <a:solidFill>
            <a:schemeClr val="accent2">
              <a:hueOff val="1521362"/>
              <a:satOff val="-30604"/>
              <a:lumOff val="-109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D15F1-89C4-40C1-A3D1-DDEC90D962F2}">
      <dsp:nvSpPr>
        <dsp:cNvPr id="0" name=""/>
        <dsp:cNvSpPr/>
      </dsp:nvSpPr>
      <dsp:spPr>
        <a:xfrm>
          <a:off x="0" y="971764"/>
          <a:ext cx="4158031" cy="48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Qui cela concerne ?</a:t>
          </a:r>
          <a:endParaRPr lang="en-US" sz="2100" kern="1200"/>
        </a:p>
      </dsp:txBody>
      <dsp:txXfrm>
        <a:off x="0" y="971764"/>
        <a:ext cx="4158031" cy="485171"/>
      </dsp:txXfrm>
    </dsp:sp>
    <dsp:sp modelId="{ACF851EC-05F4-4F3B-AE29-C933E2D136B3}">
      <dsp:nvSpPr>
        <dsp:cNvPr id="0" name=""/>
        <dsp:cNvSpPr/>
      </dsp:nvSpPr>
      <dsp:spPr>
        <a:xfrm>
          <a:off x="0" y="1456935"/>
          <a:ext cx="4158031" cy="0"/>
        </a:xfrm>
        <a:prstGeom prst="line">
          <a:avLst/>
        </a:prstGeom>
        <a:solidFill>
          <a:schemeClr val="accent2">
            <a:hueOff val="2282043"/>
            <a:satOff val="-45907"/>
            <a:lumOff val="-16471"/>
            <a:alphaOff val="0"/>
          </a:schemeClr>
        </a:solidFill>
        <a:ln w="12700" cap="flat" cmpd="sng" algn="ctr">
          <a:solidFill>
            <a:schemeClr val="accent2">
              <a:hueOff val="2282043"/>
              <a:satOff val="-45907"/>
              <a:lumOff val="-1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7E75A-1196-49CF-8A90-C56F4BD08996}">
      <dsp:nvSpPr>
        <dsp:cNvPr id="0" name=""/>
        <dsp:cNvSpPr/>
      </dsp:nvSpPr>
      <dsp:spPr>
        <a:xfrm>
          <a:off x="0" y="1456935"/>
          <a:ext cx="4158031" cy="48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Quand les changements auront lieu ? </a:t>
          </a:r>
          <a:endParaRPr lang="en-US" sz="2100" kern="1200"/>
        </a:p>
      </dsp:txBody>
      <dsp:txXfrm>
        <a:off x="0" y="1456935"/>
        <a:ext cx="4158031" cy="485171"/>
      </dsp:txXfrm>
    </dsp:sp>
    <dsp:sp modelId="{B5BEEEDE-922F-4BF3-A2CB-0E8B6EADB178}">
      <dsp:nvSpPr>
        <dsp:cNvPr id="0" name=""/>
        <dsp:cNvSpPr/>
      </dsp:nvSpPr>
      <dsp:spPr>
        <a:xfrm>
          <a:off x="0" y="1942107"/>
          <a:ext cx="4158031" cy="0"/>
        </a:xfrm>
        <a:prstGeom prst="line">
          <a:avLst/>
        </a:prstGeom>
        <a:solidFill>
          <a:schemeClr val="accent2">
            <a:hueOff val="3042724"/>
            <a:satOff val="-61209"/>
            <a:lumOff val="-21961"/>
            <a:alphaOff val="0"/>
          </a:schemeClr>
        </a:solidFill>
        <a:ln w="12700" cap="flat" cmpd="sng" algn="ctr">
          <a:solidFill>
            <a:schemeClr val="accent2">
              <a:hueOff val="3042724"/>
              <a:satOff val="-61209"/>
              <a:lumOff val="-2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141B0-9C72-4D28-9BD5-99510D5F8BCF}">
      <dsp:nvSpPr>
        <dsp:cNvPr id="0" name=""/>
        <dsp:cNvSpPr/>
      </dsp:nvSpPr>
      <dsp:spPr>
        <a:xfrm>
          <a:off x="0" y="1942107"/>
          <a:ext cx="4158031" cy="48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Récapitulatif</a:t>
          </a:r>
        </a:p>
      </dsp:txBody>
      <dsp:txXfrm>
        <a:off x="0" y="1942107"/>
        <a:ext cx="4158031" cy="485171"/>
      </dsp:txXfrm>
    </dsp:sp>
    <dsp:sp modelId="{4823A085-AEB2-4630-859E-0026A7619DBD}">
      <dsp:nvSpPr>
        <dsp:cNvPr id="0" name=""/>
        <dsp:cNvSpPr/>
      </dsp:nvSpPr>
      <dsp:spPr>
        <a:xfrm>
          <a:off x="0" y="2427278"/>
          <a:ext cx="4158031" cy="0"/>
        </a:xfrm>
        <a:prstGeom prst="line">
          <a:avLst/>
        </a:prstGeom>
        <a:solidFill>
          <a:schemeClr val="accent2">
            <a:hueOff val="3803405"/>
            <a:satOff val="-76511"/>
            <a:lumOff val="-27451"/>
            <a:alphaOff val="0"/>
          </a:schemeClr>
        </a:solidFill>
        <a:ln w="12700" cap="flat" cmpd="sng" algn="ctr">
          <a:solidFill>
            <a:schemeClr val="accent2">
              <a:hueOff val="3803405"/>
              <a:satOff val="-76511"/>
              <a:lumOff val="-2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346E5-D0F3-47E9-B76A-2E14574E7B49}">
      <dsp:nvSpPr>
        <dsp:cNvPr id="0" name=""/>
        <dsp:cNvSpPr/>
      </dsp:nvSpPr>
      <dsp:spPr>
        <a:xfrm>
          <a:off x="0" y="2427278"/>
          <a:ext cx="4158031" cy="48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Conclusion</a:t>
          </a:r>
          <a:endParaRPr lang="en-US" sz="2100" kern="1200"/>
        </a:p>
      </dsp:txBody>
      <dsp:txXfrm>
        <a:off x="0" y="2427278"/>
        <a:ext cx="4158031" cy="485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D3913-05F1-40D5-8F9E-7B630A2DC538}">
      <dsp:nvSpPr>
        <dsp:cNvPr id="0" name=""/>
        <dsp:cNvSpPr/>
      </dsp:nvSpPr>
      <dsp:spPr>
        <a:xfrm>
          <a:off x="178970" y="0"/>
          <a:ext cx="5503150" cy="550315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8EBD4-F189-4C12-B676-CE0A5CA8024A}">
      <dsp:nvSpPr>
        <dsp:cNvPr id="0" name=""/>
        <dsp:cNvSpPr/>
      </dsp:nvSpPr>
      <dsp:spPr>
        <a:xfrm>
          <a:off x="701769" y="522799"/>
          <a:ext cx="2146228" cy="21462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Phase 1: Discussions et mise en place avec les agents de la mairie.</a:t>
          </a:r>
          <a:endParaRPr lang="en-US" sz="2000" kern="1200" dirty="0"/>
        </a:p>
      </dsp:txBody>
      <dsp:txXfrm>
        <a:off x="806539" y="627569"/>
        <a:ext cx="1936688" cy="1936688"/>
      </dsp:txXfrm>
    </dsp:sp>
    <dsp:sp modelId="{4091FE72-49F1-4453-BDBB-79BA29D355B3}">
      <dsp:nvSpPr>
        <dsp:cNvPr id="0" name=""/>
        <dsp:cNvSpPr/>
      </dsp:nvSpPr>
      <dsp:spPr>
        <a:xfrm>
          <a:off x="3013092" y="522799"/>
          <a:ext cx="2146228" cy="21462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Phase 2 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Campagne d’information auprès de la population.</a:t>
          </a:r>
          <a:endParaRPr lang="en-US" sz="2000" kern="1200" dirty="0"/>
        </a:p>
      </dsp:txBody>
      <dsp:txXfrm>
        <a:off x="3117862" y="627569"/>
        <a:ext cx="1936688" cy="1936688"/>
      </dsp:txXfrm>
    </dsp:sp>
    <dsp:sp modelId="{B6684886-D621-4245-9F0D-9F64D3A26C67}">
      <dsp:nvSpPr>
        <dsp:cNvPr id="0" name=""/>
        <dsp:cNvSpPr/>
      </dsp:nvSpPr>
      <dsp:spPr>
        <a:xfrm>
          <a:off x="701769" y="2834122"/>
          <a:ext cx="2146228" cy="214622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0" i="0" u="none" kern="1200" dirty="0"/>
            <a:t>Phase 3 : Récapitulatif de la campagne et ajustements en rapport a l’impacte.</a:t>
          </a:r>
          <a:endParaRPr lang="en-US" sz="2000" kern="1200" dirty="0"/>
        </a:p>
      </dsp:txBody>
      <dsp:txXfrm>
        <a:off x="806539" y="2938892"/>
        <a:ext cx="1936688" cy="1936688"/>
      </dsp:txXfrm>
    </dsp:sp>
    <dsp:sp modelId="{D19E2D89-75F7-485B-B471-EF5EA941A586}">
      <dsp:nvSpPr>
        <dsp:cNvPr id="0" name=""/>
        <dsp:cNvSpPr/>
      </dsp:nvSpPr>
      <dsp:spPr>
        <a:xfrm>
          <a:off x="3013092" y="2834122"/>
          <a:ext cx="2146228" cy="21462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u="none" kern="1200" dirty="0"/>
            <a:t>Phase 4 :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u="none" kern="1200" dirty="0"/>
            <a:t>Retour sur le processus et maintient de la viabilité du projet.</a:t>
          </a:r>
          <a:endParaRPr lang="en-US" sz="1900" kern="1200" dirty="0"/>
        </a:p>
      </dsp:txBody>
      <dsp:txXfrm>
        <a:off x="3117862" y="2938892"/>
        <a:ext cx="1936688" cy="19366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AE110-F31F-4FC0-992F-FFEAE576DC51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1ECBF8-D0ED-46FF-9678-A865FA168DFE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F7B1E-E18E-417A-9F22-593663E6C189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Des mesures seront mise en place pour améliorer la propreté de la ville</a:t>
          </a:r>
          <a:endParaRPr lang="en-US" sz="1200" kern="1200"/>
        </a:p>
      </dsp:txBody>
      <dsp:txXfrm>
        <a:off x="569079" y="2644614"/>
        <a:ext cx="2072362" cy="720000"/>
      </dsp:txXfrm>
    </dsp:sp>
    <dsp:sp modelId="{91B7752A-358C-420B-B91A-034193AC9CC3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F322B-6E0D-40B8-AC53-33B69AFDED8F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01030-6609-4CC1-ACCE-D79C61146404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 dirty="0"/>
            <a:t>Ces mesures sont dû à une constatation globale de la saleté de la ville</a:t>
          </a:r>
          <a:endParaRPr lang="en-US" sz="1200" kern="1200" dirty="0"/>
        </a:p>
      </dsp:txBody>
      <dsp:txXfrm>
        <a:off x="3004105" y="2644614"/>
        <a:ext cx="2072362" cy="720000"/>
      </dsp:txXfrm>
    </dsp:sp>
    <dsp:sp modelId="{D9B18701-4283-4985-8DA0-448134402D5C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23A74F-BC3C-4AF1-9B12-A1FD0BFB3B17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985C5-7679-4BAC-93C2-216A94E29D54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Ces changements concerne tout les citoyens de Gotham city</a:t>
          </a:r>
          <a:endParaRPr lang="en-US" sz="1200" kern="1200"/>
        </a:p>
      </dsp:txBody>
      <dsp:txXfrm>
        <a:off x="5439131" y="2644614"/>
        <a:ext cx="2072362" cy="720000"/>
      </dsp:txXfrm>
    </dsp:sp>
    <dsp:sp modelId="{482C05AC-8681-4B8C-B108-5B1A9BB368B0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9250D-A874-4FCB-B4B3-C656DE75F06E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E424C9-51A5-4EE8-A466-E0B7A03FA6F5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 dirty="0"/>
            <a:t>Les changements auront lieu très rapidement et sur le long terme</a:t>
          </a:r>
          <a:endParaRPr lang="en-US" sz="1200" kern="1200" dirty="0"/>
        </a:p>
      </dsp:txBody>
      <dsp:txXfrm>
        <a:off x="7874157" y="264461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03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63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32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80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58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91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70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421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04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14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74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6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8">
            <a:extLst>
              <a:ext uri="{FF2B5EF4-FFF2-40B4-BE49-F238E27FC236}">
                <a16:creationId xmlns:a16="http://schemas.microsoft.com/office/drawing/2014/main" id="{D9FB580A-BA0E-4D5E-90F4-C42767A7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56275" y="3655371"/>
            <a:ext cx="9679449" cy="1463136"/>
          </a:xfrm>
        </p:spPr>
        <p:txBody>
          <a:bodyPr anchor="b">
            <a:normAutofit/>
          </a:bodyPr>
          <a:lstStyle/>
          <a:p>
            <a:r>
              <a:rPr lang="de-DE">
                <a:solidFill>
                  <a:schemeClr val="bg1"/>
                </a:solidFill>
                <a:cs typeface="Calibri Light"/>
              </a:rPr>
              <a:t>Gotham </a:t>
            </a:r>
            <a:r>
              <a:rPr lang="de-DE" err="1">
                <a:solidFill>
                  <a:schemeClr val="bg1"/>
                </a:solidFill>
                <a:cs typeface="Calibri Light"/>
              </a:rPr>
              <a:t>city</a:t>
            </a:r>
            <a:endParaRPr lang="de-DE">
              <a:solidFill>
                <a:schemeClr val="bg1"/>
              </a:solidFill>
            </a:endParaRPr>
          </a:p>
        </p:txBody>
      </p:sp>
      <p:pic>
        <p:nvPicPr>
          <p:cNvPr id="44" name="Picture 3">
            <a:extLst>
              <a:ext uri="{FF2B5EF4-FFF2-40B4-BE49-F238E27FC236}">
                <a16:creationId xmlns:a16="http://schemas.microsoft.com/office/drawing/2014/main" id="{C85A1381-3559-47E4-A82E-9B6184F3A1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045" r="-2" b="9813"/>
          <a:stretch/>
        </p:blipFill>
        <p:spPr>
          <a:xfrm>
            <a:off x="20" y="820991"/>
            <a:ext cx="12191980" cy="2608009"/>
          </a:xfrm>
          <a:prstGeom prst="rect">
            <a:avLst/>
          </a:prstGeom>
        </p:spPr>
      </p:pic>
      <p:sp>
        <p:nvSpPr>
          <p:cNvPr id="4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381391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404320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4558353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A9838D-89A1-4A3E-9EFC-326F8F65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fr-FR"/>
              <a:t>Sommaire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9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Graphique 3" descr="Présentation avec liste de vérification avec un remplissage uni">
            <a:extLst>
              <a:ext uri="{FF2B5EF4-FFF2-40B4-BE49-F238E27FC236}">
                <a16:creationId xmlns:a16="http://schemas.microsoft.com/office/drawing/2014/main" id="{D2817D00-746C-4971-A74A-F87D71235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100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1" name="Straight Connector 9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Espace réservé du contenu 2">
            <a:extLst>
              <a:ext uri="{FF2B5EF4-FFF2-40B4-BE49-F238E27FC236}">
                <a16:creationId xmlns:a16="http://schemas.microsoft.com/office/drawing/2014/main" id="{A1DA00E1-6DD1-491B-A70A-677CAFAF4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003332"/>
              </p:ext>
            </p:extLst>
          </p:nvPr>
        </p:nvGraphicFramePr>
        <p:xfrm>
          <a:off x="6695359" y="2990818"/>
          <a:ext cx="4158031" cy="2913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66209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4AB391B-947F-4CE6-91C9-1F2D5171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fr-FR" sz="5400" dirty="0"/>
              <a:t>Quels changements 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Flèche en cercle avec un remplissage uni">
            <a:extLst>
              <a:ext uri="{FF2B5EF4-FFF2-40B4-BE49-F238E27FC236}">
                <a16:creationId xmlns:a16="http://schemas.microsoft.com/office/drawing/2014/main" id="{057C95E9-CE70-4D12-9912-1288628B8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143" y="818188"/>
            <a:ext cx="5221625" cy="5221625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45CFE8-29DE-43D4-984B-A6C249A22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1800"/>
              <a:t>Déploiment d'une application de gestion du temps de travail</a:t>
            </a:r>
          </a:p>
          <a:p>
            <a:r>
              <a:rPr lang="fr-FR" sz="1800"/>
              <a:t>Les camions de la ville seront équipés d'un GPS</a:t>
            </a:r>
          </a:p>
          <a:p>
            <a:r>
              <a:rPr lang="fr-FR" sz="1800"/>
              <a:t>Les employés seront équipés d'une tablette</a:t>
            </a:r>
          </a:p>
          <a:p>
            <a:r>
              <a:rPr lang="fr-FR" sz="1800"/>
              <a:t>Des drones seront mis en place pour la surveillance</a:t>
            </a:r>
          </a:p>
          <a:p>
            <a:r>
              <a:rPr lang="fr-FR" sz="1800"/>
              <a:t>Les poubelles des citoyens seront équipées de capteurs</a:t>
            </a:r>
          </a:p>
          <a:p>
            <a:r>
              <a:rPr lang="fr-FR" sz="1800"/>
              <a:t>Une application sera déployée pour que les citoyens puissent signaler des incidents</a:t>
            </a:r>
          </a:p>
          <a:p>
            <a:endParaRPr lang="fr-FR" sz="180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76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9EDCA6-5503-483F-AB43-A4470103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819" y="1289765"/>
            <a:ext cx="4146860" cy="4270963"/>
          </a:xfrm>
        </p:spPr>
        <p:txBody>
          <a:bodyPr anchor="ctr">
            <a:normAutofit/>
          </a:bodyPr>
          <a:lstStyle/>
          <a:p>
            <a:pPr algn="ctr"/>
            <a:r>
              <a:rPr lang="fr-FR" sz="5600">
                <a:solidFill>
                  <a:schemeClr val="bg1"/>
                </a:solidFill>
              </a:rPr>
              <a:t>Pourquoi ce changement ?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7B4959-374F-4420-B8E4-87BDCCF0F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039" y="381935"/>
            <a:ext cx="4685916" cy="59744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1800" dirty="0"/>
              <a:t>Les citoyens trouvent que Gotham city est sale</a:t>
            </a:r>
          </a:p>
          <a:p>
            <a:r>
              <a:rPr lang="fr-FR" sz="1800" dirty="0"/>
              <a:t>Les processus des nettoyages de la ville ne sont pas clairs</a:t>
            </a:r>
          </a:p>
          <a:p>
            <a:r>
              <a:rPr lang="fr-FR" sz="1800" dirty="0"/>
              <a:t>Les employés de la ville ont du mal à gérer les débordements de Batman et de ces affrontements</a:t>
            </a:r>
          </a:p>
          <a:p>
            <a:r>
              <a:rPr lang="fr-FR" sz="1800" dirty="0"/>
              <a:t>Les criminels qui sévissent influent fortement sur la vie des citoyens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056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721EED-B88C-450A-B37D-5743599F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4" y="467271"/>
            <a:ext cx="4529329" cy="2052522"/>
          </a:xfrm>
        </p:spPr>
        <p:txBody>
          <a:bodyPr anchor="b">
            <a:normAutofit fontScale="90000"/>
          </a:bodyPr>
          <a:lstStyle/>
          <a:p>
            <a:r>
              <a:rPr lang="fr-FR" dirty="0"/>
              <a:t>Qui sont les acteurs du projet ?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Graphique 8" descr="Point d’interrogation avec un remplissage uni">
            <a:extLst>
              <a:ext uri="{FF2B5EF4-FFF2-40B4-BE49-F238E27FC236}">
                <a16:creationId xmlns:a16="http://schemas.microsoft.com/office/drawing/2014/main" id="{088D1571-8D8C-4573-93B5-CF04BB536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089E9-8FA2-49D8-B1AE-7ADF9D218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8"/>
            <a:ext cx="4158031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 dirty="0"/>
              <a:t>Le maire de la ville</a:t>
            </a:r>
          </a:p>
          <a:p>
            <a:r>
              <a:rPr lang="fr-FR" sz="2000" dirty="0"/>
              <a:t>Les managers du SWAG</a:t>
            </a:r>
          </a:p>
          <a:p>
            <a:r>
              <a:rPr lang="fr-FR" sz="2000" dirty="0"/>
              <a:t>Les membres du SWAG</a:t>
            </a:r>
          </a:p>
          <a:p>
            <a:r>
              <a:rPr lang="fr-FR" sz="2000" dirty="0"/>
              <a:t>Les citoyens de Gotham city</a:t>
            </a:r>
          </a:p>
        </p:txBody>
      </p:sp>
      <p:sp>
        <p:nvSpPr>
          <p:cNvPr id="4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13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B900857-E5D7-4701-84F9-112294E78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1" y="591829"/>
            <a:ext cx="4172413" cy="5583126"/>
          </a:xfrm>
        </p:spPr>
        <p:txBody>
          <a:bodyPr>
            <a:normAutofit/>
          </a:bodyPr>
          <a:lstStyle/>
          <a:p>
            <a:r>
              <a:rPr lang="fr-FR" sz="5600" dirty="0"/>
              <a:t>Comment les changements auront lieu ?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8" name="Espace réservé du contenu 2">
            <a:extLst>
              <a:ext uri="{FF2B5EF4-FFF2-40B4-BE49-F238E27FC236}">
                <a16:creationId xmlns:a16="http://schemas.microsoft.com/office/drawing/2014/main" id="{896B4670-3890-473A-99D3-06A147CFE2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423773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1374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E2B6E4-EC8C-4D83-98FB-C6513171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fr-FR"/>
              <a:t>Récapitulatif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716ED3F8-412F-47DC-BC78-3EDFCEC39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9429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123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B4C46B1-5417-4D67-A0B9-A5884657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r-FR" sz="61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061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bg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643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92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bg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F49AE6-4528-4B37-89A4-6D177ACBF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1935"/>
            <a:ext cx="4986955" cy="59744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800" dirty="0"/>
              <a:t>La propreté de la ville est un enjeu majeur de notre ville, c'est pour cela que je demanderai à tous de faire le plus d'effort pour que l'on puisse réussir à mettre en place tous ces changements. </a:t>
            </a:r>
            <a:endParaRPr lang="fr-FR" sz="1800"/>
          </a:p>
          <a:p>
            <a:pPr marL="0" indent="0">
              <a:buNone/>
            </a:pPr>
            <a:r>
              <a:rPr lang="fr-FR" sz="1800" dirty="0"/>
              <a:t>N'hésitez pas à nous faire part de vos inquiétudes et de vos suggestions !</a:t>
            </a:r>
          </a:p>
        </p:txBody>
      </p:sp>
      <p:cxnSp>
        <p:nvCxnSpPr>
          <p:cNvPr id="26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626FE9D-95F9-42E2-82AD-63078631C564}"/>
              </a:ext>
            </a:extLst>
          </p:cNvPr>
          <p:cNvCxnSpPr>
            <a:cxnSpLocks/>
          </p:cNvCxnSpPr>
          <p:nvPr/>
        </p:nvCxnSpPr>
        <p:spPr>
          <a:xfrm>
            <a:off x="1290320" y="3810000"/>
            <a:ext cx="3444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515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317</Words>
  <Application>Microsoft Office PowerPoint</Application>
  <PresentationFormat>Grand écran</PresentationFormat>
  <Paragraphs>40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Gill Sans Nova</vt:lpstr>
      <vt:lpstr>GradientVTI</vt:lpstr>
      <vt:lpstr>Gotham city</vt:lpstr>
      <vt:lpstr>Sommaire</vt:lpstr>
      <vt:lpstr>Quels changements ?</vt:lpstr>
      <vt:lpstr>Pourquoi ce changement ?</vt:lpstr>
      <vt:lpstr>Qui sont les acteurs du projet ?</vt:lpstr>
      <vt:lpstr>Comment les changements auront lieu ? </vt:lpstr>
      <vt:lpstr>Récapitulatif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Gotham city</dc:title>
  <dc:creator>ng.falilou@gmail.com</dc:creator>
  <cp:lastModifiedBy>ng.falilou@gmail.com</cp:lastModifiedBy>
  <cp:revision>5</cp:revision>
  <dcterms:created xsi:type="dcterms:W3CDTF">2020-12-03T21:52:59Z</dcterms:created>
  <dcterms:modified xsi:type="dcterms:W3CDTF">2020-12-03T22:21:08Z</dcterms:modified>
</cp:coreProperties>
</file>